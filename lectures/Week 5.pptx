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305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66" y="3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4" Type="http://schemas.openxmlformats.org/officeDocument/2006/relationships/image" Target="../media/image5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4" Type="http://schemas.openxmlformats.org/officeDocument/2006/relationships/image" Target="../media/image5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5F0E31-8FE8-408F-99FE-A9BA277FD3B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FB8E4FA-F82E-48F5-AB30-1F340CD482DF}">
      <dgm:prSet/>
      <dgm:spPr/>
      <dgm:t>
        <a:bodyPr/>
        <a:lstStyle/>
        <a:p>
          <a:pPr>
            <a:defRPr cap="all"/>
          </a:pPr>
          <a:r>
            <a:rPr lang="en-US"/>
            <a:t>Class: BS(CS)-VIII</a:t>
          </a:r>
        </a:p>
      </dgm:t>
    </dgm:pt>
    <dgm:pt modelId="{38AA3D45-AC1D-4BDF-8DBD-D22FBD9C09A6}" type="parTrans" cxnId="{7C9BD1D6-DB4C-4532-A03D-8CDE2F64DEF0}">
      <dgm:prSet/>
      <dgm:spPr/>
      <dgm:t>
        <a:bodyPr/>
        <a:lstStyle/>
        <a:p>
          <a:endParaRPr lang="en-US"/>
        </a:p>
      </dgm:t>
    </dgm:pt>
    <dgm:pt modelId="{56C02C20-5F93-46A2-BC91-0425E735FB51}" type="sibTrans" cxnId="{7C9BD1D6-DB4C-4532-A03D-8CDE2F64DEF0}">
      <dgm:prSet/>
      <dgm:spPr/>
      <dgm:t>
        <a:bodyPr/>
        <a:lstStyle/>
        <a:p>
          <a:endParaRPr lang="en-US"/>
        </a:p>
      </dgm:t>
    </dgm:pt>
    <dgm:pt modelId="{76F103C3-A7B1-4CED-B971-06162070C3FB}">
      <dgm:prSet/>
      <dgm:spPr/>
      <dgm:t>
        <a:bodyPr/>
        <a:lstStyle/>
        <a:p>
          <a:pPr>
            <a:defRPr cap="all"/>
          </a:pPr>
          <a:r>
            <a:rPr lang="en-US"/>
            <a:t>Sukkur IBA University – Kandhkot Campus</a:t>
          </a:r>
        </a:p>
      </dgm:t>
    </dgm:pt>
    <dgm:pt modelId="{0B41C072-6469-4D2C-8AB1-7605B2833A6A}" type="parTrans" cxnId="{590748EC-EAC5-45FA-B1B0-E289764E077B}">
      <dgm:prSet/>
      <dgm:spPr/>
      <dgm:t>
        <a:bodyPr/>
        <a:lstStyle/>
        <a:p>
          <a:endParaRPr lang="en-US"/>
        </a:p>
      </dgm:t>
    </dgm:pt>
    <dgm:pt modelId="{6988491C-ABF2-489C-B64D-E2B8B48E8A2F}" type="sibTrans" cxnId="{590748EC-EAC5-45FA-B1B0-E289764E077B}">
      <dgm:prSet/>
      <dgm:spPr/>
      <dgm:t>
        <a:bodyPr/>
        <a:lstStyle/>
        <a:p>
          <a:endParaRPr lang="en-US"/>
        </a:p>
      </dgm:t>
    </dgm:pt>
    <dgm:pt modelId="{FEE96DB7-7D5A-472C-B9ED-F7930284026B}">
      <dgm:prSet/>
      <dgm:spPr/>
      <dgm:t>
        <a:bodyPr/>
        <a:lstStyle/>
        <a:p>
          <a:pPr>
            <a:defRPr cap="all"/>
          </a:pPr>
          <a:r>
            <a:rPr lang="en-US"/>
            <a:t>Week – 05</a:t>
          </a:r>
        </a:p>
      </dgm:t>
    </dgm:pt>
    <dgm:pt modelId="{D67E5DD5-5E33-49BD-B281-32032B7FA7B3}" type="parTrans" cxnId="{0C078B89-6734-4EAA-93C2-90E78157C2F4}">
      <dgm:prSet/>
      <dgm:spPr/>
      <dgm:t>
        <a:bodyPr/>
        <a:lstStyle/>
        <a:p>
          <a:endParaRPr lang="en-US"/>
        </a:p>
      </dgm:t>
    </dgm:pt>
    <dgm:pt modelId="{60FF6B1F-E226-415C-B213-889CEEAC4C72}" type="sibTrans" cxnId="{0C078B89-6734-4EAA-93C2-90E78157C2F4}">
      <dgm:prSet/>
      <dgm:spPr/>
      <dgm:t>
        <a:bodyPr/>
        <a:lstStyle/>
        <a:p>
          <a:endParaRPr lang="en-US"/>
        </a:p>
      </dgm:t>
    </dgm:pt>
    <dgm:pt modelId="{FFFD0134-5094-4F3F-88FE-897CD7B3103E}" type="pres">
      <dgm:prSet presAssocID="{7B5F0E31-8FE8-408F-99FE-A9BA277FD3BA}" presName="root" presStyleCnt="0">
        <dgm:presLayoutVars>
          <dgm:dir/>
          <dgm:resizeHandles val="exact"/>
        </dgm:presLayoutVars>
      </dgm:prSet>
      <dgm:spPr/>
    </dgm:pt>
    <dgm:pt modelId="{997E76DE-E5D6-424F-8406-51BAEAD007E6}" type="pres">
      <dgm:prSet presAssocID="{0FB8E4FA-F82E-48F5-AB30-1F340CD482DF}" presName="compNode" presStyleCnt="0"/>
      <dgm:spPr/>
    </dgm:pt>
    <dgm:pt modelId="{211990F9-8DC0-4882-81B4-4C23F97C4E05}" type="pres">
      <dgm:prSet presAssocID="{0FB8E4FA-F82E-48F5-AB30-1F340CD482DF}" presName="iconBgRect" presStyleLbl="bgShp" presStyleIdx="0" presStyleCnt="3"/>
      <dgm:spPr/>
    </dgm:pt>
    <dgm:pt modelId="{26EEE688-ECDD-45E9-89C4-F1721AF77132}" type="pres">
      <dgm:prSet presAssocID="{0FB8E4FA-F82E-48F5-AB30-1F340CD482D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EC4B73F-A08E-4749-B9AD-DB692DF01CB7}" type="pres">
      <dgm:prSet presAssocID="{0FB8E4FA-F82E-48F5-AB30-1F340CD482DF}" presName="spaceRect" presStyleCnt="0"/>
      <dgm:spPr/>
    </dgm:pt>
    <dgm:pt modelId="{91F6C00C-3934-46FC-9A5D-7A0E2A8D33BF}" type="pres">
      <dgm:prSet presAssocID="{0FB8E4FA-F82E-48F5-AB30-1F340CD482DF}" presName="textRect" presStyleLbl="revTx" presStyleIdx="0" presStyleCnt="3">
        <dgm:presLayoutVars>
          <dgm:chMax val="1"/>
          <dgm:chPref val="1"/>
        </dgm:presLayoutVars>
      </dgm:prSet>
      <dgm:spPr/>
    </dgm:pt>
    <dgm:pt modelId="{BBA044C5-E442-40CE-950D-705157CC1FE7}" type="pres">
      <dgm:prSet presAssocID="{56C02C20-5F93-46A2-BC91-0425E735FB51}" presName="sibTrans" presStyleCnt="0"/>
      <dgm:spPr/>
    </dgm:pt>
    <dgm:pt modelId="{A9FF429E-E763-4E73-AE9B-2A2033DCD205}" type="pres">
      <dgm:prSet presAssocID="{76F103C3-A7B1-4CED-B971-06162070C3FB}" presName="compNode" presStyleCnt="0"/>
      <dgm:spPr/>
    </dgm:pt>
    <dgm:pt modelId="{EAD2926D-9307-44DE-9AA2-FEB65E57FCC5}" type="pres">
      <dgm:prSet presAssocID="{76F103C3-A7B1-4CED-B971-06162070C3FB}" presName="iconBgRect" presStyleLbl="bgShp" presStyleIdx="1" presStyleCnt="3"/>
      <dgm:spPr/>
    </dgm:pt>
    <dgm:pt modelId="{C38AD15D-554B-4576-8054-3EF5E8827E41}" type="pres">
      <dgm:prSet presAssocID="{76F103C3-A7B1-4CED-B971-06162070C3F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88A3E723-1DD4-4B02-B56C-C659F1D1D041}" type="pres">
      <dgm:prSet presAssocID="{76F103C3-A7B1-4CED-B971-06162070C3FB}" presName="spaceRect" presStyleCnt="0"/>
      <dgm:spPr/>
    </dgm:pt>
    <dgm:pt modelId="{440ECA7F-45CE-430B-90B5-61B6F6A2ED2B}" type="pres">
      <dgm:prSet presAssocID="{76F103C3-A7B1-4CED-B971-06162070C3FB}" presName="textRect" presStyleLbl="revTx" presStyleIdx="1" presStyleCnt="3">
        <dgm:presLayoutVars>
          <dgm:chMax val="1"/>
          <dgm:chPref val="1"/>
        </dgm:presLayoutVars>
      </dgm:prSet>
      <dgm:spPr/>
    </dgm:pt>
    <dgm:pt modelId="{783C1703-689F-47DC-8EE3-4D11AEDEF64A}" type="pres">
      <dgm:prSet presAssocID="{6988491C-ABF2-489C-B64D-E2B8B48E8A2F}" presName="sibTrans" presStyleCnt="0"/>
      <dgm:spPr/>
    </dgm:pt>
    <dgm:pt modelId="{99293280-473E-45E2-B3C6-B7AEB83EFE2F}" type="pres">
      <dgm:prSet presAssocID="{FEE96DB7-7D5A-472C-B9ED-F7930284026B}" presName="compNode" presStyleCnt="0"/>
      <dgm:spPr/>
    </dgm:pt>
    <dgm:pt modelId="{11EEC62B-3230-4306-9C37-64DA625EEE60}" type="pres">
      <dgm:prSet presAssocID="{FEE96DB7-7D5A-472C-B9ED-F7930284026B}" presName="iconBgRect" presStyleLbl="bgShp" presStyleIdx="2" presStyleCnt="3"/>
      <dgm:spPr/>
    </dgm:pt>
    <dgm:pt modelId="{05E3AD57-1A6C-4423-8048-80C198C2A773}" type="pres">
      <dgm:prSet presAssocID="{FEE96DB7-7D5A-472C-B9ED-F793028402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FEAE2EB-0F4A-46D7-A97B-A003A979A904}" type="pres">
      <dgm:prSet presAssocID="{FEE96DB7-7D5A-472C-B9ED-F7930284026B}" presName="spaceRect" presStyleCnt="0"/>
      <dgm:spPr/>
    </dgm:pt>
    <dgm:pt modelId="{B6634E54-A6CD-4D93-99BD-43605A721C41}" type="pres">
      <dgm:prSet presAssocID="{FEE96DB7-7D5A-472C-B9ED-F7930284026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2749D5B-3202-4AFB-A779-06DFA93186AD}" type="presOf" srcId="{7B5F0E31-8FE8-408F-99FE-A9BA277FD3BA}" destId="{FFFD0134-5094-4F3F-88FE-897CD7B3103E}" srcOrd="0" destOrd="0" presId="urn:microsoft.com/office/officeart/2018/5/layout/IconCircleLabelList"/>
    <dgm:cxn modelId="{0C078B89-6734-4EAA-93C2-90E78157C2F4}" srcId="{7B5F0E31-8FE8-408F-99FE-A9BA277FD3BA}" destId="{FEE96DB7-7D5A-472C-B9ED-F7930284026B}" srcOrd="2" destOrd="0" parTransId="{D67E5DD5-5E33-49BD-B281-32032B7FA7B3}" sibTransId="{60FF6B1F-E226-415C-B213-889CEEAC4C72}"/>
    <dgm:cxn modelId="{716D8CA8-3669-4731-86B6-85A153E3DADC}" type="presOf" srcId="{0FB8E4FA-F82E-48F5-AB30-1F340CD482DF}" destId="{91F6C00C-3934-46FC-9A5D-7A0E2A8D33BF}" srcOrd="0" destOrd="0" presId="urn:microsoft.com/office/officeart/2018/5/layout/IconCircleLabelList"/>
    <dgm:cxn modelId="{913F34CA-AE7C-4AC3-928B-2CCB60F5F1C0}" type="presOf" srcId="{76F103C3-A7B1-4CED-B971-06162070C3FB}" destId="{440ECA7F-45CE-430B-90B5-61B6F6A2ED2B}" srcOrd="0" destOrd="0" presId="urn:microsoft.com/office/officeart/2018/5/layout/IconCircleLabelList"/>
    <dgm:cxn modelId="{B6DC76D3-63D3-4A60-A3E2-A3F3462592A7}" type="presOf" srcId="{FEE96DB7-7D5A-472C-B9ED-F7930284026B}" destId="{B6634E54-A6CD-4D93-99BD-43605A721C41}" srcOrd="0" destOrd="0" presId="urn:microsoft.com/office/officeart/2018/5/layout/IconCircleLabelList"/>
    <dgm:cxn modelId="{7C9BD1D6-DB4C-4532-A03D-8CDE2F64DEF0}" srcId="{7B5F0E31-8FE8-408F-99FE-A9BA277FD3BA}" destId="{0FB8E4FA-F82E-48F5-AB30-1F340CD482DF}" srcOrd="0" destOrd="0" parTransId="{38AA3D45-AC1D-4BDF-8DBD-D22FBD9C09A6}" sibTransId="{56C02C20-5F93-46A2-BC91-0425E735FB51}"/>
    <dgm:cxn modelId="{590748EC-EAC5-45FA-B1B0-E289764E077B}" srcId="{7B5F0E31-8FE8-408F-99FE-A9BA277FD3BA}" destId="{76F103C3-A7B1-4CED-B971-06162070C3FB}" srcOrd="1" destOrd="0" parTransId="{0B41C072-6469-4D2C-8AB1-7605B2833A6A}" sibTransId="{6988491C-ABF2-489C-B64D-E2B8B48E8A2F}"/>
    <dgm:cxn modelId="{6C30EA1B-D402-4E45-B629-6F381E1A6219}" type="presParOf" srcId="{FFFD0134-5094-4F3F-88FE-897CD7B3103E}" destId="{997E76DE-E5D6-424F-8406-51BAEAD007E6}" srcOrd="0" destOrd="0" presId="urn:microsoft.com/office/officeart/2018/5/layout/IconCircleLabelList"/>
    <dgm:cxn modelId="{0CB87B1A-6D39-47BE-9D1C-8BC043E1F4E7}" type="presParOf" srcId="{997E76DE-E5D6-424F-8406-51BAEAD007E6}" destId="{211990F9-8DC0-4882-81B4-4C23F97C4E05}" srcOrd="0" destOrd="0" presId="urn:microsoft.com/office/officeart/2018/5/layout/IconCircleLabelList"/>
    <dgm:cxn modelId="{81911F08-5967-42F1-A919-3C5A5C0311B5}" type="presParOf" srcId="{997E76DE-E5D6-424F-8406-51BAEAD007E6}" destId="{26EEE688-ECDD-45E9-89C4-F1721AF77132}" srcOrd="1" destOrd="0" presId="urn:microsoft.com/office/officeart/2018/5/layout/IconCircleLabelList"/>
    <dgm:cxn modelId="{DFFF8B44-313D-46CC-8FBD-FEA5646B7373}" type="presParOf" srcId="{997E76DE-E5D6-424F-8406-51BAEAD007E6}" destId="{7EC4B73F-A08E-4749-B9AD-DB692DF01CB7}" srcOrd="2" destOrd="0" presId="urn:microsoft.com/office/officeart/2018/5/layout/IconCircleLabelList"/>
    <dgm:cxn modelId="{2A551ADE-1E1F-46A4-AA93-FEECDCC55CED}" type="presParOf" srcId="{997E76DE-E5D6-424F-8406-51BAEAD007E6}" destId="{91F6C00C-3934-46FC-9A5D-7A0E2A8D33BF}" srcOrd="3" destOrd="0" presId="urn:microsoft.com/office/officeart/2018/5/layout/IconCircleLabelList"/>
    <dgm:cxn modelId="{95D14BDC-65E0-46A3-A385-02B859A0C079}" type="presParOf" srcId="{FFFD0134-5094-4F3F-88FE-897CD7B3103E}" destId="{BBA044C5-E442-40CE-950D-705157CC1FE7}" srcOrd="1" destOrd="0" presId="urn:microsoft.com/office/officeart/2018/5/layout/IconCircleLabelList"/>
    <dgm:cxn modelId="{83A0D428-E78F-40E8-896A-3B0FBBD004BC}" type="presParOf" srcId="{FFFD0134-5094-4F3F-88FE-897CD7B3103E}" destId="{A9FF429E-E763-4E73-AE9B-2A2033DCD205}" srcOrd="2" destOrd="0" presId="urn:microsoft.com/office/officeart/2018/5/layout/IconCircleLabelList"/>
    <dgm:cxn modelId="{43080931-ABEE-428D-9974-5BE5AB91BE58}" type="presParOf" srcId="{A9FF429E-E763-4E73-AE9B-2A2033DCD205}" destId="{EAD2926D-9307-44DE-9AA2-FEB65E57FCC5}" srcOrd="0" destOrd="0" presId="urn:microsoft.com/office/officeart/2018/5/layout/IconCircleLabelList"/>
    <dgm:cxn modelId="{850E8741-533B-4911-A920-2D8CF79A8340}" type="presParOf" srcId="{A9FF429E-E763-4E73-AE9B-2A2033DCD205}" destId="{C38AD15D-554B-4576-8054-3EF5E8827E41}" srcOrd="1" destOrd="0" presId="urn:microsoft.com/office/officeart/2018/5/layout/IconCircleLabelList"/>
    <dgm:cxn modelId="{A2869CE4-EAB4-407D-A7AF-F3F69CDC41E8}" type="presParOf" srcId="{A9FF429E-E763-4E73-AE9B-2A2033DCD205}" destId="{88A3E723-1DD4-4B02-B56C-C659F1D1D041}" srcOrd="2" destOrd="0" presId="urn:microsoft.com/office/officeart/2018/5/layout/IconCircleLabelList"/>
    <dgm:cxn modelId="{846E6865-01FE-4824-BA81-6001BE5A3997}" type="presParOf" srcId="{A9FF429E-E763-4E73-AE9B-2A2033DCD205}" destId="{440ECA7F-45CE-430B-90B5-61B6F6A2ED2B}" srcOrd="3" destOrd="0" presId="urn:microsoft.com/office/officeart/2018/5/layout/IconCircleLabelList"/>
    <dgm:cxn modelId="{B22F1903-06AA-4F78-8826-2100ACE0B6AA}" type="presParOf" srcId="{FFFD0134-5094-4F3F-88FE-897CD7B3103E}" destId="{783C1703-689F-47DC-8EE3-4D11AEDEF64A}" srcOrd="3" destOrd="0" presId="urn:microsoft.com/office/officeart/2018/5/layout/IconCircleLabelList"/>
    <dgm:cxn modelId="{0F3FA60F-29EC-4991-AB28-F269690F7863}" type="presParOf" srcId="{FFFD0134-5094-4F3F-88FE-897CD7B3103E}" destId="{99293280-473E-45E2-B3C6-B7AEB83EFE2F}" srcOrd="4" destOrd="0" presId="urn:microsoft.com/office/officeart/2018/5/layout/IconCircleLabelList"/>
    <dgm:cxn modelId="{2D36B206-504A-441A-AC5D-F18355BBC947}" type="presParOf" srcId="{99293280-473E-45E2-B3C6-B7AEB83EFE2F}" destId="{11EEC62B-3230-4306-9C37-64DA625EEE60}" srcOrd="0" destOrd="0" presId="urn:microsoft.com/office/officeart/2018/5/layout/IconCircleLabelList"/>
    <dgm:cxn modelId="{FC63D4ED-5E25-4F56-A5B5-33ED68FC9D27}" type="presParOf" srcId="{99293280-473E-45E2-B3C6-B7AEB83EFE2F}" destId="{05E3AD57-1A6C-4423-8048-80C198C2A773}" srcOrd="1" destOrd="0" presId="urn:microsoft.com/office/officeart/2018/5/layout/IconCircleLabelList"/>
    <dgm:cxn modelId="{7B9D37E5-720C-4259-8E7F-77584B3BD90C}" type="presParOf" srcId="{99293280-473E-45E2-B3C6-B7AEB83EFE2F}" destId="{CFEAE2EB-0F4A-46D7-A97B-A003A979A904}" srcOrd="2" destOrd="0" presId="urn:microsoft.com/office/officeart/2018/5/layout/IconCircleLabelList"/>
    <dgm:cxn modelId="{0D9CD713-C833-4EDB-9FD3-D9AB1D7006E9}" type="presParOf" srcId="{99293280-473E-45E2-B3C6-B7AEB83EFE2F}" destId="{B6634E54-A6CD-4D93-99BD-43605A721C4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737318-DC89-4D0B-A069-65880B053BF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611E4F1-0BB8-456E-9E0F-5D89123F9BA2}">
      <dgm:prSet/>
      <dgm:spPr/>
      <dgm:t>
        <a:bodyPr/>
        <a:lstStyle/>
        <a:p>
          <a:pPr>
            <a:defRPr cap="all"/>
          </a:pPr>
          <a:r>
            <a:rPr lang="en-US" b="0" i="0"/>
            <a:t>Cloud Models</a:t>
          </a:r>
          <a:endParaRPr lang="en-US"/>
        </a:p>
      </dgm:t>
    </dgm:pt>
    <dgm:pt modelId="{0E15C861-D9ED-4583-8080-8BC4B6856067}" type="parTrans" cxnId="{0A9515AC-E776-4913-B589-A4E3271071C9}">
      <dgm:prSet/>
      <dgm:spPr/>
      <dgm:t>
        <a:bodyPr/>
        <a:lstStyle/>
        <a:p>
          <a:endParaRPr lang="en-US"/>
        </a:p>
      </dgm:t>
    </dgm:pt>
    <dgm:pt modelId="{951F391D-1C1C-4A8A-9E57-E48D9F4C8632}" type="sibTrans" cxnId="{0A9515AC-E776-4913-B589-A4E3271071C9}">
      <dgm:prSet/>
      <dgm:spPr/>
      <dgm:t>
        <a:bodyPr/>
        <a:lstStyle/>
        <a:p>
          <a:endParaRPr lang="en-US"/>
        </a:p>
      </dgm:t>
    </dgm:pt>
    <dgm:pt modelId="{20C50641-21FD-41BD-BCE9-B55345AA5F67}">
      <dgm:prSet/>
      <dgm:spPr/>
      <dgm:t>
        <a:bodyPr/>
        <a:lstStyle/>
        <a:p>
          <a:pPr>
            <a:defRPr cap="all"/>
          </a:pPr>
          <a:r>
            <a:rPr lang="en-US" b="0" i="0"/>
            <a:t>PaaS</a:t>
          </a:r>
          <a:endParaRPr lang="en-US"/>
        </a:p>
      </dgm:t>
    </dgm:pt>
    <dgm:pt modelId="{6D94D1F8-B94F-49DC-B001-D8AFB5BC9507}" type="parTrans" cxnId="{3DEE40C0-1177-4DF3-AAC4-C0A6F40C06F0}">
      <dgm:prSet/>
      <dgm:spPr/>
      <dgm:t>
        <a:bodyPr/>
        <a:lstStyle/>
        <a:p>
          <a:endParaRPr lang="en-US"/>
        </a:p>
      </dgm:t>
    </dgm:pt>
    <dgm:pt modelId="{42620D67-390F-4BFF-B298-64461416BC85}" type="sibTrans" cxnId="{3DEE40C0-1177-4DF3-AAC4-C0A6F40C06F0}">
      <dgm:prSet/>
      <dgm:spPr/>
      <dgm:t>
        <a:bodyPr/>
        <a:lstStyle/>
        <a:p>
          <a:endParaRPr lang="en-US"/>
        </a:p>
      </dgm:t>
    </dgm:pt>
    <dgm:pt modelId="{4BFE9075-10BA-425E-BC9D-A29B1FE441A5}">
      <dgm:prSet/>
      <dgm:spPr/>
      <dgm:t>
        <a:bodyPr/>
        <a:lstStyle/>
        <a:p>
          <a:pPr>
            <a:defRPr cap="all"/>
          </a:pPr>
          <a:r>
            <a:rPr lang="en-US" b="0" i="0"/>
            <a:t>IaaS</a:t>
          </a:r>
          <a:endParaRPr lang="en-US"/>
        </a:p>
      </dgm:t>
    </dgm:pt>
    <dgm:pt modelId="{71DC8382-C1CD-4CC3-9DA8-F1B1E13E3000}" type="parTrans" cxnId="{0F825690-99BC-48EF-B54B-308C4CED511E}">
      <dgm:prSet/>
      <dgm:spPr/>
      <dgm:t>
        <a:bodyPr/>
        <a:lstStyle/>
        <a:p>
          <a:endParaRPr lang="en-US"/>
        </a:p>
      </dgm:t>
    </dgm:pt>
    <dgm:pt modelId="{C5A6C745-4B6A-48B6-885F-7477D8DF77C8}" type="sibTrans" cxnId="{0F825690-99BC-48EF-B54B-308C4CED511E}">
      <dgm:prSet/>
      <dgm:spPr/>
      <dgm:t>
        <a:bodyPr/>
        <a:lstStyle/>
        <a:p>
          <a:endParaRPr lang="en-US"/>
        </a:p>
      </dgm:t>
    </dgm:pt>
    <dgm:pt modelId="{55790898-031D-4925-AA55-D049AF7AF209}">
      <dgm:prSet/>
      <dgm:spPr/>
      <dgm:t>
        <a:bodyPr/>
        <a:lstStyle/>
        <a:p>
          <a:pPr>
            <a:defRPr cap="all"/>
          </a:pPr>
          <a:r>
            <a:rPr lang="en-US" b="0" i="0"/>
            <a:t>SaaS</a:t>
          </a:r>
          <a:endParaRPr lang="en-US"/>
        </a:p>
      </dgm:t>
    </dgm:pt>
    <dgm:pt modelId="{35A25148-6439-4BF5-82FC-B9BCEE30FCE6}" type="parTrans" cxnId="{AD35B39F-5D22-499C-9CAF-7536FB576A4E}">
      <dgm:prSet/>
      <dgm:spPr/>
      <dgm:t>
        <a:bodyPr/>
        <a:lstStyle/>
        <a:p>
          <a:endParaRPr lang="en-US"/>
        </a:p>
      </dgm:t>
    </dgm:pt>
    <dgm:pt modelId="{4B83A533-6076-4A24-BAAA-7A63B92FAED9}" type="sibTrans" cxnId="{AD35B39F-5D22-499C-9CAF-7536FB576A4E}">
      <dgm:prSet/>
      <dgm:spPr/>
      <dgm:t>
        <a:bodyPr/>
        <a:lstStyle/>
        <a:p>
          <a:endParaRPr lang="en-US"/>
        </a:p>
      </dgm:t>
    </dgm:pt>
    <dgm:pt modelId="{259303DB-3EC5-4F22-9BFD-1A1849D4B787}" type="pres">
      <dgm:prSet presAssocID="{CF737318-DC89-4D0B-A069-65880B053BF5}" presName="root" presStyleCnt="0">
        <dgm:presLayoutVars>
          <dgm:dir/>
          <dgm:resizeHandles val="exact"/>
        </dgm:presLayoutVars>
      </dgm:prSet>
      <dgm:spPr/>
    </dgm:pt>
    <dgm:pt modelId="{0E4EF242-A528-45B5-9300-DF8D47972E98}" type="pres">
      <dgm:prSet presAssocID="{8611E4F1-0BB8-456E-9E0F-5D89123F9BA2}" presName="compNode" presStyleCnt="0"/>
      <dgm:spPr/>
    </dgm:pt>
    <dgm:pt modelId="{E326BC5C-EA74-4946-BA08-5BC3B48573BF}" type="pres">
      <dgm:prSet presAssocID="{8611E4F1-0BB8-456E-9E0F-5D89123F9BA2}" presName="iconBgRect" presStyleLbl="bgShp" presStyleIdx="0" presStyleCnt="4"/>
      <dgm:spPr/>
    </dgm:pt>
    <dgm:pt modelId="{E04F8B53-EF55-41C8-A33E-29B670E1E93D}" type="pres">
      <dgm:prSet presAssocID="{8611E4F1-0BB8-456E-9E0F-5D89123F9BA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B5D7D503-E99F-4C5D-998C-18F2E29E8790}" type="pres">
      <dgm:prSet presAssocID="{8611E4F1-0BB8-456E-9E0F-5D89123F9BA2}" presName="spaceRect" presStyleCnt="0"/>
      <dgm:spPr/>
    </dgm:pt>
    <dgm:pt modelId="{BF92CF8B-3BF1-462E-BD7F-25969F308B8E}" type="pres">
      <dgm:prSet presAssocID="{8611E4F1-0BB8-456E-9E0F-5D89123F9BA2}" presName="textRect" presStyleLbl="revTx" presStyleIdx="0" presStyleCnt="4">
        <dgm:presLayoutVars>
          <dgm:chMax val="1"/>
          <dgm:chPref val="1"/>
        </dgm:presLayoutVars>
      </dgm:prSet>
      <dgm:spPr/>
    </dgm:pt>
    <dgm:pt modelId="{29A10E92-7489-41F0-AE61-76CF8B18C145}" type="pres">
      <dgm:prSet presAssocID="{951F391D-1C1C-4A8A-9E57-E48D9F4C8632}" presName="sibTrans" presStyleCnt="0"/>
      <dgm:spPr/>
    </dgm:pt>
    <dgm:pt modelId="{6E596857-5D9E-496C-8FE7-CC90F84A5BBA}" type="pres">
      <dgm:prSet presAssocID="{20C50641-21FD-41BD-BCE9-B55345AA5F67}" presName="compNode" presStyleCnt="0"/>
      <dgm:spPr/>
    </dgm:pt>
    <dgm:pt modelId="{CA32EDD5-B743-4DAD-9D7B-57054970492B}" type="pres">
      <dgm:prSet presAssocID="{20C50641-21FD-41BD-BCE9-B55345AA5F67}" presName="iconBgRect" presStyleLbl="bgShp" presStyleIdx="1" presStyleCnt="4"/>
      <dgm:spPr/>
    </dgm:pt>
    <dgm:pt modelId="{4FEA7B0F-F9EB-48D9-8C42-18163807D8FD}" type="pres">
      <dgm:prSet presAssocID="{20C50641-21FD-41BD-BCE9-B55345AA5F6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0674DCC-F8D9-4AB2-9330-77FBB6771EBD}" type="pres">
      <dgm:prSet presAssocID="{20C50641-21FD-41BD-BCE9-B55345AA5F67}" presName="spaceRect" presStyleCnt="0"/>
      <dgm:spPr/>
    </dgm:pt>
    <dgm:pt modelId="{367A8B6A-E161-4A74-AED3-30DAA9CD4DF1}" type="pres">
      <dgm:prSet presAssocID="{20C50641-21FD-41BD-BCE9-B55345AA5F67}" presName="textRect" presStyleLbl="revTx" presStyleIdx="1" presStyleCnt="4">
        <dgm:presLayoutVars>
          <dgm:chMax val="1"/>
          <dgm:chPref val="1"/>
        </dgm:presLayoutVars>
      </dgm:prSet>
      <dgm:spPr/>
    </dgm:pt>
    <dgm:pt modelId="{2AC27DC1-C76C-4483-87A5-66930B6D3FB9}" type="pres">
      <dgm:prSet presAssocID="{42620D67-390F-4BFF-B298-64461416BC85}" presName="sibTrans" presStyleCnt="0"/>
      <dgm:spPr/>
    </dgm:pt>
    <dgm:pt modelId="{88849CF2-2859-4E4C-9656-E224AFDB2183}" type="pres">
      <dgm:prSet presAssocID="{4BFE9075-10BA-425E-BC9D-A29B1FE441A5}" presName="compNode" presStyleCnt="0"/>
      <dgm:spPr/>
    </dgm:pt>
    <dgm:pt modelId="{5C3B012A-C909-4428-849B-6D6C5A85A009}" type="pres">
      <dgm:prSet presAssocID="{4BFE9075-10BA-425E-BC9D-A29B1FE441A5}" presName="iconBgRect" presStyleLbl="bgShp" presStyleIdx="2" presStyleCnt="4"/>
      <dgm:spPr/>
    </dgm:pt>
    <dgm:pt modelId="{B89E13D9-80FF-4E62-8EFC-3EBB23BCBAAC}" type="pres">
      <dgm:prSet presAssocID="{4BFE9075-10BA-425E-BC9D-A29B1FE441A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1B7A89B4-3BAA-40AF-80EA-E70D7EAF38E2}" type="pres">
      <dgm:prSet presAssocID="{4BFE9075-10BA-425E-BC9D-A29B1FE441A5}" presName="spaceRect" presStyleCnt="0"/>
      <dgm:spPr/>
    </dgm:pt>
    <dgm:pt modelId="{36A8B58B-DD88-41F3-910C-EF0993E58051}" type="pres">
      <dgm:prSet presAssocID="{4BFE9075-10BA-425E-BC9D-A29B1FE441A5}" presName="textRect" presStyleLbl="revTx" presStyleIdx="2" presStyleCnt="4">
        <dgm:presLayoutVars>
          <dgm:chMax val="1"/>
          <dgm:chPref val="1"/>
        </dgm:presLayoutVars>
      </dgm:prSet>
      <dgm:spPr/>
    </dgm:pt>
    <dgm:pt modelId="{4DC47D9D-6C79-41BD-B1BA-DA49D3B3ED86}" type="pres">
      <dgm:prSet presAssocID="{C5A6C745-4B6A-48B6-885F-7477D8DF77C8}" presName="sibTrans" presStyleCnt="0"/>
      <dgm:spPr/>
    </dgm:pt>
    <dgm:pt modelId="{11F4ADDE-EF4B-46B7-99D0-CF356F91161D}" type="pres">
      <dgm:prSet presAssocID="{55790898-031D-4925-AA55-D049AF7AF209}" presName="compNode" presStyleCnt="0"/>
      <dgm:spPr/>
    </dgm:pt>
    <dgm:pt modelId="{D88CD965-B195-451D-9D2E-76F7F83B87FC}" type="pres">
      <dgm:prSet presAssocID="{55790898-031D-4925-AA55-D049AF7AF209}" presName="iconBgRect" presStyleLbl="bgShp" presStyleIdx="3" presStyleCnt="4"/>
      <dgm:spPr/>
    </dgm:pt>
    <dgm:pt modelId="{93A5549A-F55D-460A-B51B-9DEBDDA1BE2B}" type="pres">
      <dgm:prSet presAssocID="{55790898-031D-4925-AA55-D049AF7AF20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887A5507-D6CC-4CC9-A7A7-ED79FF61CCBC}" type="pres">
      <dgm:prSet presAssocID="{55790898-031D-4925-AA55-D049AF7AF209}" presName="spaceRect" presStyleCnt="0"/>
      <dgm:spPr/>
    </dgm:pt>
    <dgm:pt modelId="{7E1E6227-630E-4691-A47B-85FED6FDFCDE}" type="pres">
      <dgm:prSet presAssocID="{55790898-031D-4925-AA55-D049AF7AF20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68EAF0D-FC42-48D3-9C18-8A7A0C61DFFA}" type="presOf" srcId="{8611E4F1-0BB8-456E-9E0F-5D89123F9BA2}" destId="{BF92CF8B-3BF1-462E-BD7F-25969F308B8E}" srcOrd="0" destOrd="0" presId="urn:microsoft.com/office/officeart/2018/5/layout/IconCircleLabelList"/>
    <dgm:cxn modelId="{C2688132-8F1A-4517-9E5F-CA206F3E5F12}" type="presOf" srcId="{4BFE9075-10BA-425E-BC9D-A29B1FE441A5}" destId="{36A8B58B-DD88-41F3-910C-EF0993E58051}" srcOrd="0" destOrd="0" presId="urn:microsoft.com/office/officeart/2018/5/layout/IconCircleLabelList"/>
    <dgm:cxn modelId="{0F825690-99BC-48EF-B54B-308C4CED511E}" srcId="{CF737318-DC89-4D0B-A069-65880B053BF5}" destId="{4BFE9075-10BA-425E-BC9D-A29B1FE441A5}" srcOrd="2" destOrd="0" parTransId="{71DC8382-C1CD-4CC3-9DA8-F1B1E13E3000}" sibTransId="{C5A6C745-4B6A-48B6-885F-7477D8DF77C8}"/>
    <dgm:cxn modelId="{1B4D2097-E4CB-4071-9C86-1BFF66BF1BF1}" type="presOf" srcId="{55790898-031D-4925-AA55-D049AF7AF209}" destId="{7E1E6227-630E-4691-A47B-85FED6FDFCDE}" srcOrd="0" destOrd="0" presId="urn:microsoft.com/office/officeart/2018/5/layout/IconCircleLabelList"/>
    <dgm:cxn modelId="{AD35B39F-5D22-499C-9CAF-7536FB576A4E}" srcId="{CF737318-DC89-4D0B-A069-65880B053BF5}" destId="{55790898-031D-4925-AA55-D049AF7AF209}" srcOrd="3" destOrd="0" parTransId="{35A25148-6439-4BF5-82FC-B9BCEE30FCE6}" sibTransId="{4B83A533-6076-4A24-BAAA-7A63B92FAED9}"/>
    <dgm:cxn modelId="{0A9515AC-E776-4913-B589-A4E3271071C9}" srcId="{CF737318-DC89-4D0B-A069-65880B053BF5}" destId="{8611E4F1-0BB8-456E-9E0F-5D89123F9BA2}" srcOrd="0" destOrd="0" parTransId="{0E15C861-D9ED-4583-8080-8BC4B6856067}" sibTransId="{951F391D-1C1C-4A8A-9E57-E48D9F4C8632}"/>
    <dgm:cxn modelId="{3DEE40C0-1177-4DF3-AAC4-C0A6F40C06F0}" srcId="{CF737318-DC89-4D0B-A069-65880B053BF5}" destId="{20C50641-21FD-41BD-BCE9-B55345AA5F67}" srcOrd="1" destOrd="0" parTransId="{6D94D1F8-B94F-49DC-B001-D8AFB5BC9507}" sibTransId="{42620D67-390F-4BFF-B298-64461416BC85}"/>
    <dgm:cxn modelId="{C1CBE4E8-046B-4315-939D-9712E9D38652}" type="presOf" srcId="{20C50641-21FD-41BD-BCE9-B55345AA5F67}" destId="{367A8B6A-E161-4A74-AED3-30DAA9CD4DF1}" srcOrd="0" destOrd="0" presId="urn:microsoft.com/office/officeart/2018/5/layout/IconCircleLabelList"/>
    <dgm:cxn modelId="{3AB8DFEC-B40E-4CDA-AC99-8AF1DD20D321}" type="presOf" srcId="{CF737318-DC89-4D0B-A069-65880B053BF5}" destId="{259303DB-3EC5-4F22-9BFD-1A1849D4B787}" srcOrd="0" destOrd="0" presId="urn:microsoft.com/office/officeart/2018/5/layout/IconCircleLabelList"/>
    <dgm:cxn modelId="{06833BCA-6FC8-4D63-AFAF-16F238769B83}" type="presParOf" srcId="{259303DB-3EC5-4F22-9BFD-1A1849D4B787}" destId="{0E4EF242-A528-45B5-9300-DF8D47972E98}" srcOrd="0" destOrd="0" presId="urn:microsoft.com/office/officeart/2018/5/layout/IconCircleLabelList"/>
    <dgm:cxn modelId="{F8BA3381-1B48-40CB-9C32-33BA27DADC70}" type="presParOf" srcId="{0E4EF242-A528-45B5-9300-DF8D47972E98}" destId="{E326BC5C-EA74-4946-BA08-5BC3B48573BF}" srcOrd="0" destOrd="0" presId="urn:microsoft.com/office/officeart/2018/5/layout/IconCircleLabelList"/>
    <dgm:cxn modelId="{62089D41-9729-43A1-9D4D-283CFA49967D}" type="presParOf" srcId="{0E4EF242-A528-45B5-9300-DF8D47972E98}" destId="{E04F8B53-EF55-41C8-A33E-29B670E1E93D}" srcOrd="1" destOrd="0" presId="urn:microsoft.com/office/officeart/2018/5/layout/IconCircleLabelList"/>
    <dgm:cxn modelId="{3572F996-5847-41FF-88FF-1D63580C8EDD}" type="presParOf" srcId="{0E4EF242-A528-45B5-9300-DF8D47972E98}" destId="{B5D7D503-E99F-4C5D-998C-18F2E29E8790}" srcOrd="2" destOrd="0" presId="urn:microsoft.com/office/officeart/2018/5/layout/IconCircleLabelList"/>
    <dgm:cxn modelId="{D0A07184-CFF7-4E48-A520-2EEC0A23F645}" type="presParOf" srcId="{0E4EF242-A528-45B5-9300-DF8D47972E98}" destId="{BF92CF8B-3BF1-462E-BD7F-25969F308B8E}" srcOrd="3" destOrd="0" presId="urn:microsoft.com/office/officeart/2018/5/layout/IconCircleLabelList"/>
    <dgm:cxn modelId="{983523D9-10A8-4B9A-B5A5-97DD146E6C78}" type="presParOf" srcId="{259303DB-3EC5-4F22-9BFD-1A1849D4B787}" destId="{29A10E92-7489-41F0-AE61-76CF8B18C145}" srcOrd="1" destOrd="0" presId="urn:microsoft.com/office/officeart/2018/5/layout/IconCircleLabelList"/>
    <dgm:cxn modelId="{F3801F9D-5516-49B6-B575-4EC321E52AA8}" type="presParOf" srcId="{259303DB-3EC5-4F22-9BFD-1A1849D4B787}" destId="{6E596857-5D9E-496C-8FE7-CC90F84A5BBA}" srcOrd="2" destOrd="0" presId="urn:microsoft.com/office/officeart/2018/5/layout/IconCircleLabelList"/>
    <dgm:cxn modelId="{3E9E978E-BB8A-4E23-B540-DEE2F4FA700E}" type="presParOf" srcId="{6E596857-5D9E-496C-8FE7-CC90F84A5BBA}" destId="{CA32EDD5-B743-4DAD-9D7B-57054970492B}" srcOrd="0" destOrd="0" presId="urn:microsoft.com/office/officeart/2018/5/layout/IconCircleLabelList"/>
    <dgm:cxn modelId="{108754EF-C5F7-4B1B-ADE2-47D6C9BA7923}" type="presParOf" srcId="{6E596857-5D9E-496C-8FE7-CC90F84A5BBA}" destId="{4FEA7B0F-F9EB-48D9-8C42-18163807D8FD}" srcOrd="1" destOrd="0" presId="urn:microsoft.com/office/officeart/2018/5/layout/IconCircleLabelList"/>
    <dgm:cxn modelId="{69114073-99C8-4E7D-BFCE-6DC9C908242C}" type="presParOf" srcId="{6E596857-5D9E-496C-8FE7-CC90F84A5BBA}" destId="{B0674DCC-F8D9-4AB2-9330-77FBB6771EBD}" srcOrd="2" destOrd="0" presId="urn:microsoft.com/office/officeart/2018/5/layout/IconCircleLabelList"/>
    <dgm:cxn modelId="{BB0FDA80-87D0-4673-8683-C7A89FCC6F90}" type="presParOf" srcId="{6E596857-5D9E-496C-8FE7-CC90F84A5BBA}" destId="{367A8B6A-E161-4A74-AED3-30DAA9CD4DF1}" srcOrd="3" destOrd="0" presId="urn:microsoft.com/office/officeart/2018/5/layout/IconCircleLabelList"/>
    <dgm:cxn modelId="{0F7C65AA-11A0-4BEF-92C1-B031D3F46C5A}" type="presParOf" srcId="{259303DB-3EC5-4F22-9BFD-1A1849D4B787}" destId="{2AC27DC1-C76C-4483-87A5-66930B6D3FB9}" srcOrd="3" destOrd="0" presId="urn:microsoft.com/office/officeart/2018/5/layout/IconCircleLabelList"/>
    <dgm:cxn modelId="{BF0D22D3-C700-4815-B84C-1063D8C45890}" type="presParOf" srcId="{259303DB-3EC5-4F22-9BFD-1A1849D4B787}" destId="{88849CF2-2859-4E4C-9656-E224AFDB2183}" srcOrd="4" destOrd="0" presId="urn:microsoft.com/office/officeart/2018/5/layout/IconCircleLabelList"/>
    <dgm:cxn modelId="{C04831EF-5E2F-4FAC-B6B7-85794CD0620F}" type="presParOf" srcId="{88849CF2-2859-4E4C-9656-E224AFDB2183}" destId="{5C3B012A-C909-4428-849B-6D6C5A85A009}" srcOrd="0" destOrd="0" presId="urn:microsoft.com/office/officeart/2018/5/layout/IconCircleLabelList"/>
    <dgm:cxn modelId="{2F143E3B-4222-4B44-892C-EAE82FC7365F}" type="presParOf" srcId="{88849CF2-2859-4E4C-9656-E224AFDB2183}" destId="{B89E13D9-80FF-4E62-8EFC-3EBB23BCBAAC}" srcOrd="1" destOrd="0" presId="urn:microsoft.com/office/officeart/2018/5/layout/IconCircleLabelList"/>
    <dgm:cxn modelId="{2CF52672-5171-4D12-BE4F-944992DD1825}" type="presParOf" srcId="{88849CF2-2859-4E4C-9656-E224AFDB2183}" destId="{1B7A89B4-3BAA-40AF-80EA-E70D7EAF38E2}" srcOrd="2" destOrd="0" presId="urn:microsoft.com/office/officeart/2018/5/layout/IconCircleLabelList"/>
    <dgm:cxn modelId="{5F3178DD-3C4F-4F1F-AC11-EC46F41AB84E}" type="presParOf" srcId="{88849CF2-2859-4E4C-9656-E224AFDB2183}" destId="{36A8B58B-DD88-41F3-910C-EF0993E58051}" srcOrd="3" destOrd="0" presId="urn:microsoft.com/office/officeart/2018/5/layout/IconCircleLabelList"/>
    <dgm:cxn modelId="{97BD5621-7F26-4409-84F2-B10F12A56636}" type="presParOf" srcId="{259303DB-3EC5-4F22-9BFD-1A1849D4B787}" destId="{4DC47D9D-6C79-41BD-B1BA-DA49D3B3ED86}" srcOrd="5" destOrd="0" presId="urn:microsoft.com/office/officeart/2018/5/layout/IconCircleLabelList"/>
    <dgm:cxn modelId="{1C8F89EC-1CF9-45DB-8DB7-2D1BB0C95F33}" type="presParOf" srcId="{259303DB-3EC5-4F22-9BFD-1A1849D4B787}" destId="{11F4ADDE-EF4B-46B7-99D0-CF356F91161D}" srcOrd="6" destOrd="0" presId="urn:microsoft.com/office/officeart/2018/5/layout/IconCircleLabelList"/>
    <dgm:cxn modelId="{E5186C32-5913-4F70-8B2C-50697ABC44F3}" type="presParOf" srcId="{11F4ADDE-EF4B-46B7-99D0-CF356F91161D}" destId="{D88CD965-B195-451D-9D2E-76F7F83B87FC}" srcOrd="0" destOrd="0" presId="urn:microsoft.com/office/officeart/2018/5/layout/IconCircleLabelList"/>
    <dgm:cxn modelId="{FD35AD52-8DBC-4596-957E-FF444DC00BF9}" type="presParOf" srcId="{11F4ADDE-EF4B-46B7-99D0-CF356F91161D}" destId="{93A5549A-F55D-460A-B51B-9DEBDDA1BE2B}" srcOrd="1" destOrd="0" presId="urn:microsoft.com/office/officeart/2018/5/layout/IconCircleLabelList"/>
    <dgm:cxn modelId="{334D271C-78AA-4B0D-800D-8E02DCDF402B}" type="presParOf" srcId="{11F4ADDE-EF4B-46B7-99D0-CF356F91161D}" destId="{887A5507-D6CC-4CC9-A7A7-ED79FF61CCBC}" srcOrd="2" destOrd="0" presId="urn:microsoft.com/office/officeart/2018/5/layout/IconCircleLabelList"/>
    <dgm:cxn modelId="{A1E46292-00A6-4E01-918F-16B67CE93DE4}" type="presParOf" srcId="{11F4ADDE-EF4B-46B7-99D0-CF356F91161D}" destId="{7E1E6227-630E-4691-A47B-85FED6FDFCD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B0869C-6E59-4D6B-91C1-54A584B8BF0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AB229F-ED7E-493F-AFDA-F77ED86355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Rapidly growing company</a:t>
          </a:r>
        </a:p>
      </dgm:t>
    </dgm:pt>
    <dgm:pt modelId="{901E6609-FB4E-483D-8791-753DFFF0344E}" type="parTrans" cxnId="{5E2EA2A0-C748-4C4A-A0D6-63526728349B}">
      <dgm:prSet/>
      <dgm:spPr/>
      <dgm:t>
        <a:bodyPr/>
        <a:lstStyle/>
        <a:p>
          <a:endParaRPr lang="en-US"/>
        </a:p>
      </dgm:t>
    </dgm:pt>
    <dgm:pt modelId="{4509B428-80F9-4339-914A-F69A22DCA5D9}" type="sibTrans" cxnId="{5E2EA2A0-C748-4C4A-A0D6-63526728349B}">
      <dgm:prSet/>
      <dgm:spPr/>
      <dgm:t>
        <a:bodyPr/>
        <a:lstStyle/>
        <a:p>
          <a:endParaRPr lang="en-US"/>
        </a:p>
      </dgm:t>
    </dgm:pt>
    <dgm:pt modelId="{31CA1882-263E-4671-AEBE-10050CA80B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Major challenge for IT dept. to 	keep up with growth</a:t>
          </a:r>
        </a:p>
      </dgm:t>
    </dgm:pt>
    <dgm:pt modelId="{EE8E1BE1-F40B-4268-9CD6-A787157FDC30}" type="parTrans" cxnId="{D3A80C67-0E2F-4B29-91FD-82E6B001D99E}">
      <dgm:prSet/>
      <dgm:spPr/>
      <dgm:t>
        <a:bodyPr/>
        <a:lstStyle/>
        <a:p>
          <a:endParaRPr lang="en-US"/>
        </a:p>
      </dgm:t>
    </dgm:pt>
    <dgm:pt modelId="{CEA02CCE-E908-475C-BADB-EE6D89F4BF64}" type="sibTrans" cxnId="{D3A80C67-0E2F-4B29-91FD-82E6B001D99E}">
      <dgm:prSet/>
      <dgm:spPr/>
      <dgm:t>
        <a:bodyPr/>
        <a:lstStyle/>
        <a:p>
          <a:endParaRPr lang="en-US"/>
        </a:p>
      </dgm:t>
    </dgm:pt>
    <dgm:pt modelId="{445BDE0A-B010-468D-9288-DCBA7DF8E3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Potential loss of business 	opportunity</a:t>
          </a:r>
        </a:p>
      </dgm:t>
    </dgm:pt>
    <dgm:pt modelId="{67DEBDCC-2E0F-4B5E-9181-DC260A86D6E5}" type="parTrans" cxnId="{10FD7571-018B-433D-BE0A-F449B30F2AE3}">
      <dgm:prSet/>
      <dgm:spPr/>
      <dgm:t>
        <a:bodyPr/>
        <a:lstStyle/>
        <a:p>
          <a:endParaRPr lang="en-US"/>
        </a:p>
      </dgm:t>
    </dgm:pt>
    <dgm:pt modelId="{55009F25-8453-4B8D-AC68-4229B68DAF58}" type="sibTrans" cxnId="{10FD7571-018B-433D-BE0A-F449B30F2AE3}">
      <dgm:prSet/>
      <dgm:spPr/>
      <dgm:t>
        <a:bodyPr/>
        <a:lstStyle/>
        <a:p>
          <a:endParaRPr lang="en-US"/>
        </a:p>
      </dgm:t>
    </dgm:pt>
    <dgm:pt modelId="{D7160629-BBEB-498D-B078-0CEC9CDE04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Potential customer service 	problems</a:t>
          </a:r>
        </a:p>
      </dgm:t>
    </dgm:pt>
    <dgm:pt modelId="{0727D859-06A8-4F35-9B23-ACA38FF10E56}" type="parTrans" cxnId="{44147BAB-22D2-4E4A-B847-18AE00B0C69E}">
      <dgm:prSet/>
      <dgm:spPr/>
      <dgm:t>
        <a:bodyPr/>
        <a:lstStyle/>
        <a:p>
          <a:endParaRPr lang="en-US"/>
        </a:p>
      </dgm:t>
    </dgm:pt>
    <dgm:pt modelId="{30D0EE80-3AA1-40E7-91D6-3C8267AECA42}" type="sibTrans" cxnId="{44147BAB-22D2-4E4A-B847-18AE00B0C69E}">
      <dgm:prSet/>
      <dgm:spPr/>
      <dgm:t>
        <a:bodyPr/>
        <a:lstStyle/>
        <a:p>
          <a:endParaRPr lang="en-US"/>
        </a:p>
      </dgm:t>
    </dgm:pt>
    <dgm:pt modelId="{15E3F50A-2527-49DF-AD92-168741392872}" type="pres">
      <dgm:prSet presAssocID="{E6B0869C-6E59-4D6B-91C1-54A584B8BF05}" presName="root" presStyleCnt="0">
        <dgm:presLayoutVars>
          <dgm:dir/>
          <dgm:resizeHandles val="exact"/>
        </dgm:presLayoutVars>
      </dgm:prSet>
      <dgm:spPr/>
    </dgm:pt>
    <dgm:pt modelId="{1D26D4D4-25D7-49F2-B5D9-2D3AC04ACA78}" type="pres">
      <dgm:prSet presAssocID="{33AB229F-ED7E-493F-AFDA-F77ED8635591}" presName="compNode" presStyleCnt="0"/>
      <dgm:spPr/>
    </dgm:pt>
    <dgm:pt modelId="{D35AA446-1C8D-4691-B95B-73DA368C1DDF}" type="pres">
      <dgm:prSet presAssocID="{33AB229F-ED7E-493F-AFDA-F77ED8635591}" presName="bgRect" presStyleLbl="bgShp" presStyleIdx="0" presStyleCnt="4"/>
      <dgm:spPr/>
    </dgm:pt>
    <dgm:pt modelId="{A0AE5D16-9A98-4795-8199-171438361A59}" type="pres">
      <dgm:prSet presAssocID="{33AB229F-ED7E-493F-AFDA-F77ED86355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495C7F6-8873-4A59-96B3-72F44B9C02D6}" type="pres">
      <dgm:prSet presAssocID="{33AB229F-ED7E-493F-AFDA-F77ED8635591}" presName="spaceRect" presStyleCnt="0"/>
      <dgm:spPr/>
    </dgm:pt>
    <dgm:pt modelId="{8BEFF0DF-B2AA-478D-8736-E884B16F2C75}" type="pres">
      <dgm:prSet presAssocID="{33AB229F-ED7E-493F-AFDA-F77ED8635591}" presName="parTx" presStyleLbl="revTx" presStyleIdx="0" presStyleCnt="4">
        <dgm:presLayoutVars>
          <dgm:chMax val="0"/>
          <dgm:chPref val="0"/>
        </dgm:presLayoutVars>
      </dgm:prSet>
      <dgm:spPr/>
    </dgm:pt>
    <dgm:pt modelId="{5D03F5E2-59CD-4724-8240-ACAE59A338C7}" type="pres">
      <dgm:prSet presAssocID="{4509B428-80F9-4339-914A-F69A22DCA5D9}" presName="sibTrans" presStyleCnt="0"/>
      <dgm:spPr/>
    </dgm:pt>
    <dgm:pt modelId="{56A9904C-A9A0-44B4-8AF0-3AF50E5DEFF8}" type="pres">
      <dgm:prSet presAssocID="{31CA1882-263E-4671-AEBE-10050CA80B6F}" presName="compNode" presStyleCnt="0"/>
      <dgm:spPr/>
    </dgm:pt>
    <dgm:pt modelId="{63198992-E140-4298-9B67-19DB212366CA}" type="pres">
      <dgm:prSet presAssocID="{31CA1882-263E-4671-AEBE-10050CA80B6F}" presName="bgRect" presStyleLbl="bgShp" presStyleIdx="1" presStyleCnt="4"/>
      <dgm:spPr/>
    </dgm:pt>
    <dgm:pt modelId="{14CD00C3-34B6-43C5-AED3-E723C5A377F9}" type="pres">
      <dgm:prSet presAssocID="{31CA1882-263E-4671-AEBE-10050CA80B6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2B1DF71-3432-4DC9-94B4-29D5E5BA8770}" type="pres">
      <dgm:prSet presAssocID="{31CA1882-263E-4671-AEBE-10050CA80B6F}" presName="spaceRect" presStyleCnt="0"/>
      <dgm:spPr/>
    </dgm:pt>
    <dgm:pt modelId="{829292E4-725A-44C7-9337-C0BA1F523074}" type="pres">
      <dgm:prSet presAssocID="{31CA1882-263E-4671-AEBE-10050CA80B6F}" presName="parTx" presStyleLbl="revTx" presStyleIdx="1" presStyleCnt="4">
        <dgm:presLayoutVars>
          <dgm:chMax val="0"/>
          <dgm:chPref val="0"/>
        </dgm:presLayoutVars>
      </dgm:prSet>
      <dgm:spPr/>
    </dgm:pt>
    <dgm:pt modelId="{112BA1A4-908D-4B71-9CDE-261D4DB93BA3}" type="pres">
      <dgm:prSet presAssocID="{CEA02CCE-E908-475C-BADB-EE6D89F4BF64}" presName="sibTrans" presStyleCnt="0"/>
      <dgm:spPr/>
    </dgm:pt>
    <dgm:pt modelId="{90509ED7-987B-4ACD-AFFB-E409503AE866}" type="pres">
      <dgm:prSet presAssocID="{445BDE0A-B010-468D-9288-DCBA7DF8E300}" presName="compNode" presStyleCnt="0"/>
      <dgm:spPr/>
    </dgm:pt>
    <dgm:pt modelId="{632BFB44-6A75-4529-BB28-08B17FCE43DA}" type="pres">
      <dgm:prSet presAssocID="{445BDE0A-B010-468D-9288-DCBA7DF8E300}" presName="bgRect" presStyleLbl="bgShp" presStyleIdx="2" presStyleCnt="4"/>
      <dgm:spPr/>
    </dgm:pt>
    <dgm:pt modelId="{548839C0-DA5E-4D38-8019-9A5DB993CA37}" type="pres">
      <dgm:prSet presAssocID="{445BDE0A-B010-468D-9288-DCBA7DF8E30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98276C34-09FD-4108-82C4-3DF37A91F4BE}" type="pres">
      <dgm:prSet presAssocID="{445BDE0A-B010-468D-9288-DCBA7DF8E300}" presName="spaceRect" presStyleCnt="0"/>
      <dgm:spPr/>
    </dgm:pt>
    <dgm:pt modelId="{14BEB14F-2A38-486F-8EB7-9AC1CA70D654}" type="pres">
      <dgm:prSet presAssocID="{445BDE0A-B010-468D-9288-DCBA7DF8E300}" presName="parTx" presStyleLbl="revTx" presStyleIdx="2" presStyleCnt="4">
        <dgm:presLayoutVars>
          <dgm:chMax val="0"/>
          <dgm:chPref val="0"/>
        </dgm:presLayoutVars>
      </dgm:prSet>
      <dgm:spPr/>
    </dgm:pt>
    <dgm:pt modelId="{0570B785-FDBC-4A3E-AEF3-5C6ED4F1C940}" type="pres">
      <dgm:prSet presAssocID="{55009F25-8453-4B8D-AC68-4229B68DAF58}" presName="sibTrans" presStyleCnt="0"/>
      <dgm:spPr/>
    </dgm:pt>
    <dgm:pt modelId="{A3BD156C-78C3-4724-86AD-3D63AE75E48F}" type="pres">
      <dgm:prSet presAssocID="{D7160629-BBEB-498D-B078-0CEC9CDE0446}" presName="compNode" presStyleCnt="0"/>
      <dgm:spPr/>
    </dgm:pt>
    <dgm:pt modelId="{428D7CA4-9006-46D7-84F2-5383A88E13FA}" type="pres">
      <dgm:prSet presAssocID="{D7160629-BBEB-498D-B078-0CEC9CDE0446}" presName="bgRect" presStyleLbl="bgShp" presStyleIdx="3" presStyleCnt="4"/>
      <dgm:spPr/>
    </dgm:pt>
    <dgm:pt modelId="{CDB51F04-0342-40B9-AB37-EB35B8BA0276}" type="pres">
      <dgm:prSet presAssocID="{D7160629-BBEB-498D-B078-0CEC9CDE044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FE14C36A-5575-410F-BE73-D10474029FA9}" type="pres">
      <dgm:prSet presAssocID="{D7160629-BBEB-498D-B078-0CEC9CDE0446}" presName="spaceRect" presStyleCnt="0"/>
      <dgm:spPr/>
    </dgm:pt>
    <dgm:pt modelId="{E614056D-AF34-4008-BC26-4D71C6226CB5}" type="pres">
      <dgm:prSet presAssocID="{D7160629-BBEB-498D-B078-0CEC9CDE044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5236E22-31F0-4C05-804F-7B8CA5F19387}" type="presOf" srcId="{E6B0869C-6E59-4D6B-91C1-54A584B8BF05}" destId="{15E3F50A-2527-49DF-AD92-168741392872}" srcOrd="0" destOrd="0" presId="urn:microsoft.com/office/officeart/2018/2/layout/IconVerticalSolidList"/>
    <dgm:cxn modelId="{D3A80C67-0E2F-4B29-91FD-82E6B001D99E}" srcId="{E6B0869C-6E59-4D6B-91C1-54A584B8BF05}" destId="{31CA1882-263E-4671-AEBE-10050CA80B6F}" srcOrd="1" destOrd="0" parTransId="{EE8E1BE1-F40B-4268-9CD6-A787157FDC30}" sibTransId="{CEA02CCE-E908-475C-BADB-EE6D89F4BF64}"/>
    <dgm:cxn modelId="{10FD7571-018B-433D-BE0A-F449B30F2AE3}" srcId="{E6B0869C-6E59-4D6B-91C1-54A584B8BF05}" destId="{445BDE0A-B010-468D-9288-DCBA7DF8E300}" srcOrd="2" destOrd="0" parTransId="{67DEBDCC-2E0F-4B5E-9181-DC260A86D6E5}" sibTransId="{55009F25-8453-4B8D-AC68-4229B68DAF58}"/>
    <dgm:cxn modelId="{3871F981-85AC-4C77-B863-439F7B28CEE7}" type="presOf" srcId="{33AB229F-ED7E-493F-AFDA-F77ED8635591}" destId="{8BEFF0DF-B2AA-478D-8736-E884B16F2C75}" srcOrd="0" destOrd="0" presId="urn:microsoft.com/office/officeart/2018/2/layout/IconVerticalSolidList"/>
    <dgm:cxn modelId="{7906F798-642F-4161-AD29-82990BFEB6B4}" type="presOf" srcId="{31CA1882-263E-4671-AEBE-10050CA80B6F}" destId="{829292E4-725A-44C7-9337-C0BA1F523074}" srcOrd="0" destOrd="0" presId="urn:microsoft.com/office/officeart/2018/2/layout/IconVerticalSolidList"/>
    <dgm:cxn modelId="{5E2EA2A0-C748-4C4A-A0D6-63526728349B}" srcId="{E6B0869C-6E59-4D6B-91C1-54A584B8BF05}" destId="{33AB229F-ED7E-493F-AFDA-F77ED8635591}" srcOrd="0" destOrd="0" parTransId="{901E6609-FB4E-483D-8791-753DFFF0344E}" sibTransId="{4509B428-80F9-4339-914A-F69A22DCA5D9}"/>
    <dgm:cxn modelId="{44147BAB-22D2-4E4A-B847-18AE00B0C69E}" srcId="{E6B0869C-6E59-4D6B-91C1-54A584B8BF05}" destId="{D7160629-BBEB-498D-B078-0CEC9CDE0446}" srcOrd="3" destOrd="0" parTransId="{0727D859-06A8-4F35-9B23-ACA38FF10E56}" sibTransId="{30D0EE80-3AA1-40E7-91D6-3C8267AECA42}"/>
    <dgm:cxn modelId="{2F56B3B1-D978-477C-8FD1-AF6D86758768}" type="presOf" srcId="{D7160629-BBEB-498D-B078-0CEC9CDE0446}" destId="{E614056D-AF34-4008-BC26-4D71C6226CB5}" srcOrd="0" destOrd="0" presId="urn:microsoft.com/office/officeart/2018/2/layout/IconVerticalSolidList"/>
    <dgm:cxn modelId="{8BD66AD8-8E14-474A-A284-801387BDE261}" type="presOf" srcId="{445BDE0A-B010-468D-9288-DCBA7DF8E300}" destId="{14BEB14F-2A38-486F-8EB7-9AC1CA70D654}" srcOrd="0" destOrd="0" presId="urn:microsoft.com/office/officeart/2018/2/layout/IconVerticalSolidList"/>
    <dgm:cxn modelId="{CE3FDD6E-E2D9-4ADB-8539-5C418132338F}" type="presParOf" srcId="{15E3F50A-2527-49DF-AD92-168741392872}" destId="{1D26D4D4-25D7-49F2-B5D9-2D3AC04ACA78}" srcOrd="0" destOrd="0" presId="urn:microsoft.com/office/officeart/2018/2/layout/IconVerticalSolidList"/>
    <dgm:cxn modelId="{CCD9B394-BA21-4714-A2DB-FC0E701900D9}" type="presParOf" srcId="{1D26D4D4-25D7-49F2-B5D9-2D3AC04ACA78}" destId="{D35AA446-1C8D-4691-B95B-73DA368C1DDF}" srcOrd="0" destOrd="0" presId="urn:microsoft.com/office/officeart/2018/2/layout/IconVerticalSolidList"/>
    <dgm:cxn modelId="{F4DEE780-C66C-42DB-9EE1-A32E58C1250E}" type="presParOf" srcId="{1D26D4D4-25D7-49F2-B5D9-2D3AC04ACA78}" destId="{A0AE5D16-9A98-4795-8199-171438361A59}" srcOrd="1" destOrd="0" presId="urn:microsoft.com/office/officeart/2018/2/layout/IconVerticalSolidList"/>
    <dgm:cxn modelId="{C73DFFDE-EA5A-4340-9D49-4FB25334DA12}" type="presParOf" srcId="{1D26D4D4-25D7-49F2-B5D9-2D3AC04ACA78}" destId="{0495C7F6-8873-4A59-96B3-72F44B9C02D6}" srcOrd="2" destOrd="0" presId="urn:microsoft.com/office/officeart/2018/2/layout/IconVerticalSolidList"/>
    <dgm:cxn modelId="{755BCD61-9950-464A-9C75-67644416C554}" type="presParOf" srcId="{1D26D4D4-25D7-49F2-B5D9-2D3AC04ACA78}" destId="{8BEFF0DF-B2AA-478D-8736-E884B16F2C75}" srcOrd="3" destOrd="0" presId="urn:microsoft.com/office/officeart/2018/2/layout/IconVerticalSolidList"/>
    <dgm:cxn modelId="{CECBD728-1D07-42E7-BA0A-D2E01597DC94}" type="presParOf" srcId="{15E3F50A-2527-49DF-AD92-168741392872}" destId="{5D03F5E2-59CD-4724-8240-ACAE59A338C7}" srcOrd="1" destOrd="0" presId="urn:microsoft.com/office/officeart/2018/2/layout/IconVerticalSolidList"/>
    <dgm:cxn modelId="{5AAB4AA9-4E54-45C1-9D0B-19FA7149FF1F}" type="presParOf" srcId="{15E3F50A-2527-49DF-AD92-168741392872}" destId="{56A9904C-A9A0-44B4-8AF0-3AF50E5DEFF8}" srcOrd="2" destOrd="0" presId="urn:microsoft.com/office/officeart/2018/2/layout/IconVerticalSolidList"/>
    <dgm:cxn modelId="{40FA3A69-09E3-43FC-BE04-CF8D84A0C2A3}" type="presParOf" srcId="{56A9904C-A9A0-44B4-8AF0-3AF50E5DEFF8}" destId="{63198992-E140-4298-9B67-19DB212366CA}" srcOrd="0" destOrd="0" presId="urn:microsoft.com/office/officeart/2018/2/layout/IconVerticalSolidList"/>
    <dgm:cxn modelId="{55F4ECD8-9EB2-4557-A9A2-86E7292F5D34}" type="presParOf" srcId="{56A9904C-A9A0-44B4-8AF0-3AF50E5DEFF8}" destId="{14CD00C3-34B6-43C5-AED3-E723C5A377F9}" srcOrd="1" destOrd="0" presId="urn:microsoft.com/office/officeart/2018/2/layout/IconVerticalSolidList"/>
    <dgm:cxn modelId="{854414B6-259C-4922-BDEE-098C47A49248}" type="presParOf" srcId="{56A9904C-A9A0-44B4-8AF0-3AF50E5DEFF8}" destId="{92B1DF71-3432-4DC9-94B4-29D5E5BA8770}" srcOrd="2" destOrd="0" presId="urn:microsoft.com/office/officeart/2018/2/layout/IconVerticalSolidList"/>
    <dgm:cxn modelId="{89F47070-2D3B-4729-887F-27EE776D7DF7}" type="presParOf" srcId="{56A9904C-A9A0-44B4-8AF0-3AF50E5DEFF8}" destId="{829292E4-725A-44C7-9337-C0BA1F523074}" srcOrd="3" destOrd="0" presId="urn:microsoft.com/office/officeart/2018/2/layout/IconVerticalSolidList"/>
    <dgm:cxn modelId="{666E9698-422A-4198-A328-2AA9E03D5540}" type="presParOf" srcId="{15E3F50A-2527-49DF-AD92-168741392872}" destId="{112BA1A4-908D-4B71-9CDE-261D4DB93BA3}" srcOrd="3" destOrd="0" presId="urn:microsoft.com/office/officeart/2018/2/layout/IconVerticalSolidList"/>
    <dgm:cxn modelId="{AAD0A7C1-A903-42ED-AEC3-AAC588214F50}" type="presParOf" srcId="{15E3F50A-2527-49DF-AD92-168741392872}" destId="{90509ED7-987B-4ACD-AFFB-E409503AE866}" srcOrd="4" destOrd="0" presId="urn:microsoft.com/office/officeart/2018/2/layout/IconVerticalSolidList"/>
    <dgm:cxn modelId="{DD87C849-39D7-49FE-B70D-327B21B034D0}" type="presParOf" srcId="{90509ED7-987B-4ACD-AFFB-E409503AE866}" destId="{632BFB44-6A75-4529-BB28-08B17FCE43DA}" srcOrd="0" destOrd="0" presId="urn:microsoft.com/office/officeart/2018/2/layout/IconVerticalSolidList"/>
    <dgm:cxn modelId="{E8172D3B-9C30-4C92-BFEF-C8F31557A19A}" type="presParOf" srcId="{90509ED7-987B-4ACD-AFFB-E409503AE866}" destId="{548839C0-DA5E-4D38-8019-9A5DB993CA37}" srcOrd="1" destOrd="0" presId="urn:microsoft.com/office/officeart/2018/2/layout/IconVerticalSolidList"/>
    <dgm:cxn modelId="{F3D91A98-597C-4DFF-97D0-2BFBEC00835F}" type="presParOf" srcId="{90509ED7-987B-4ACD-AFFB-E409503AE866}" destId="{98276C34-09FD-4108-82C4-3DF37A91F4BE}" srcOrd="2" destOrd="0" presId="urn:microsoft.com/office/officeart/2018/2/layout/IconVerticalSolidList"/>
    <dgm:cxn modelId="{E2704922-C59B-4223-AC45-9DC1254F5DE1}" type="presParOf" srcId="{90509ED7-987B-4ACD-AFFB-E409503AE866}" destId="{14BEB14F-2A38-486F-8EB7-9AC1CA70D654}" srcOrd="3" destOrd="0" presId="urn:microsoft.com/office/officeart/2018/2/layout/IconVerticalSolidList"/>
    <dgm:cxn modelId="{44D6EED0-0BC1-4015-9623-D35037FB473F}" type="presParOf" srcId="{15E3F50A-2527-49DF-AD92-168741392872}" destId="{0570B785-FDBC-4A3E-AEF3-5C6ED4F1C940}" srcOrd="5" destOrd="0" presId="urn:microsoft.com/office/officeart/2018/2/layout/IconVerticalSolidList"/>
    <dgm:cxn modelId="{903E8468-E3F1-4BA2-A967-27A98E09CDD1}" type="presParOf" srcId="{15E3F50A-2527-49DF-AD92-168741392872}" destId="{A3BD156C-78C3-4724-86AD-3D63AE75E48F}" srcOrd="6" destOrd="0" presId="urn:microsoft.com/office/officeart/2018/2/layout/IconVerticalSolidList"/>
    <dgm:cxn modelId="{2AFAB8EB-0110-47DD-84F3-F138A3DFA486}" type="presParOf" srcId="{A3BD156C-78C3-4724-86AD-3D63AE75E48F}" destId="{428D7CA4-9006-46D7-84F2-5383A88E13FA}" srcOrd="0" destOrd="0" presId="urn:microsoft.com/office/officeart/2018/2/layout/IconVerticalSolidList"/>
    <dgm:cxn modelId="{E0088FB0-ACDA-4A92-92ED-A44FD3382634}" type="presParOf" srcId="{A3BD156C-78C3-4724-86AD-3D63AE75E48F}" destId="{CDB51F04-0342-40B9-AB37-EB35B8BA0276}" srcOrd="1" destOrd="0" presId="urn:microsoft.com/office/officeart/2018/2/layout/IconVerticalSolidList"/>
    <dgm:cxn modelId="{9B8710D9-15B3-4DA1-A35B-120624633C51}" type="presParOf" srcId="{A3BD156C-78C3-4724-86AD-3D63AE75E48F}" destId="{FE14C36A-5575-410F-BE73-D10474029FA9}" srcOrd="2" destOrd="0" presId="urn:microsoft.com/office/officeart/2018/2/layout/IconVerticalSolidList"/>
    <dgm:cxn modelId="{F27701D9-CDAA-443B-BF95-A3D9FF9912B5}" type="presParOf" srcId="{A3BD156C-78C3-4724-86AD-3D63AE75E48F}" destId="{E614056D-AF34-4008-BC26-4D71C6226CB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84FFBC3-0BAA-47F4-9755-EC382BC2E2A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6D55704-06AB-41EB-BBDA-F16DE3121345}">
      <dgm:prSet/>
      <dgm:spPr/>
      <dgm:t>
        <a:bodyPr/>
        <a:lstStyle/>
        <a:p>
          <a:r>
            <a:rPr lang="en-US"/>
            <a:t>A large enterprise quickly &amp; economically deploys new internal 	applications to its distributed workforce.</a:t>
          </a:r>
        </a:p>
      </dgm:t>
    </dgm:pt>
    <dgm:pt modelId="{39B4892F-93CB-429E-A885-A4D5583C1699}" type="parTrans" cxnId="{2106268B-1F08-46F2-A92F-9708886CF30E}">
      <dgm:prSet/>
      <dgm:spPr/>
      <dgm:t>
        <a:bodyPr/>
        <a:lstStyle/>
        <a:p>
          <a:endParaRPr lang="en-US"/>
        </a:p>
      </dgm:t>
    </dgm:pt>
    <dgm:pt modelId="{630E78BD-6FB8-4467-AE07-E0F3E4998EB0}" type="sibTrans" cxnId="{2106268B-1F08-46F2-A92F-9708886CF30E}">
      <dgm:prSet/>
      <dgm:spPr/>
      <dgm:t>
        <a:bodyPr/>
        <a:lstStyle/>
        <a:p>
          <a:endParaRPr lang="en-US"/>
        </a:p>
      </dgm:t>
    </dgm:pt>
    <dgm:pt modelId="{039EB235-4CEE-4D57-A2B3-1443979FD222}">
      <dgm:prSet/>
      <dgm:spPr/>
      <dgm:t>
        <a:bodyPr/>
        <a:lstStyle/>
        <a:p>
          <a:r>
            <a:rPr lang="en-US"/>
            <a:t>An e-commerce website accommodates sudden demand for a “hot” 	product caused by a viral buzz.</a:t>
          </a:r>
        </a:p>
      </dgm:t>
    </dgm:pt>
    <dgm:pt modelId="{56BC31BC-2F78-4532-B3F8-CF6974ABC0C7}" type="parTrans" cxnId="{23588C04-557C-4207-8976-A991E558EFFE}">
      <dgm:prSet/>
      <dgm:spPr/>
      <dgm:t>
        <a:bodyPr/>
        <a:lstStyle/>
        <a:p>
          <a:endParaRPr lang="en-US"/>
        </a:p>
      </dgm:t>
    </dgm:pt>
    <dgm:pt modelId="{01F0CCA3-6086-4592-84A2-90996BA2B88C}" type="sibTrans" cxnId="{23588C04-557C-4207-8976-A991E558EFFE}">
      <dgm:prSet/>
      <dgm:spPr/>
      <dgm:t>
        <a:bodyPr/>
        <a:lstStyle/>
        <a:p>
          <a:endParaRPr lang="en-US"/>
        </a:p>
      </dgm:t>
    </dgm:pt>
    <dgm:pt modelId="{1DE4D65B-90F4-4059-B322-69A0E67D2E54}">
      <dgm:prSet/>
      <dgm:spPr/>
      <dgm:t>
        <a:bodyPr/>
        <a:lstStyle/>
        <a:p>
          <a:r>
            <a:rPr lang="en-US"/>
            <a:t>A pharmaceutical research firm executes large-scale simulations using 	computing power provided by cloud vendors.</a:t>
          </a:r>
        </a:p>
      </dgm:t>
    </dgm:pt>
    <dgm:pt modelId="{73E9E904-FE61-4C39-B611-B5C97AB68AE2}" type="parTrans" cxnId="{5ABFD831-3CF1-49DC-AE9C-17F1893E8D11}">
      <dgm:prSet/>
      <dgm:spPr/>
      <dgm:t>
        <a:bodyPr/>
        <a:lstStyle/>
        <a:p>
          <a:endParaRPr lang="en-US"/>
        </a:p>
      </dgm:t>
    </dgm:pt>
    <dgm:pt modelId="{47605975-C79F-4A07-8042-2AB4877B19DA}" type="sibTrans" cxnId="{5ABFD831-3CF1-49DC-AE9C-17F1893E8D11}">
      <dgm:prSet/>
      <dgm:spPr/>
      <dgm:t>
        <a:bodyPr/>
        <a:lstStyle/>
        <a:p>
          <a:endParaRPr lang="en-US"/>
        </a:p>
      </dgm:t>
    </dgm:pt>
    <dgm:pt modelId="{A60F201A-2BD1-4142-A675-0F8343DE5F47}">
      <dgm:prSet/>
      <dgm:spPr/>
      <dgm:t>
        <a:bodyPr/>
        <a:lstStyle/>
        <a:p>
          <a:r>
            <a:rPr lang="en-US"/>
            <a:t>A media company serves unlimited video, music, and other media to 	their worldwide customer base.</a:t>
          </a:r>
        </a:p>
      </dgm:t>
    </dgm:pt>
    <dgm:pt modelId="{379CB85C-8D21-41C6-A1DB-F5B61FFCAA8E}" type="parTrans" cxnId="{D63FB9D5-5333-4FD5-AE32-8689B6A9EADA}">
      <dgm:prSet/>
      <dgm:spPr/>
      <dgm:t>
        <a:bodyPr/>
        <a:lstStyle/>
        <a:p>
          <a:endParaRPr lang="en-US"/>
        </a:p>
      </dgm:t>
    </dgm:pt>
    <dgm:pt modelId="{F62F367E-F6C3-4681-9FF9-05FA05717CA2}" type="sibTrans" cxnId="{D63FB9D5-5333-4FD5-AE32-8689B6A9EADA}">
      <dgm:prSet/>
      <dgm:spPr/>
      <dgm:t>
        <a:bodyPr/>
        <a:lstStyle/>
        <a:p>
          <a:endParaRPr lang="en-US"/>
        </a:p>
      </dgm:t>
    </dgm:pt>
    <dgm:pt modelId="{13779176-2C9A-40CA-86EE-186E0AAF4F84}" type="pres">
      <dgm:prSet presAssocID="{F84FFBC3-0BAA-47F4-9755-EC382BC2E2A0}" presName="linear" presStyleCnt="0">
        <dgm:presLayoutVars>
          <dgm:animLvl val="lvl"/>
          <dgm:resizeHandles val="exact"/>
        </dgm:presLayoutVars>
      </dgm:prSet>
      <dgm:spPr/>
    </dgm:pt>
    <dgm:pt modelId="{23152DF5-7DD4-495A-B62A-FF6D544131A2}" type="pres">
      <dgm:prSet presAssocID="{76D55704-06AB-41EB-BBDA-F16DE312134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4C8BE2E-2430-46DB-908B-F3CC27A13E2C}" type="pres">
      <dgm:prSet presAssocID="{630E78BD-6FB8-4467-AE07-E0F3E4998EB0}" presName="spacer" presStyleCnt="0"/>
      <dgm:spPr/>
    </dgm:pt>
    <dgm:pt modelId="{53DA4E83-B412-4575-8231-F455819D46FC}" type="pres">
      <dgm:prSet presAssocID="{039EB235-4CEE-4D57-A2B3-1443979FD22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17500B8-6FBB-47F0-BE79-3F7B1AA76A1F}" type="pres">
      <dgm:prSet presAssocID="{01F0CCA3-6086-4592-84A2-90996BA2B88C}" presName="spacer" presStyleCnt="0"/>
      <dgm:spPr/>
    </dgm:pt>
    <dgm:pt modelId="{050E6B64-BE74-4DEB-A6C5-B60D9B04508D}" type="pres">
      <dgm:prSet presAssocID="{1DE4D65B-90F4-4059-B322-69A0E67D2E5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27E3FA5-01B7-4C17-BF8B-107832608CB4}" type="pres">
      <dgm:prSet presAssocID="{47605975-C79F-4A07-8042-2AB4877B19DA}" presName="spacer" presStyleCnt="0"/>
      <dgm:spPr/>
    </dgm:pt>
    <dgm:pt modelId="{6EC94547-AFAE-4946-97DE-9512EBF58EB6}" type="pres">
      <dgm:prSet presAssocID="{A60F201A-2BD1-4142-A675-0F8343DE5F4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3588C04-557C-4207-8976-A991E558EFFE}" srcId="{F84FFBC3-0BAA-47F4-9755-EC382BC2E2A0}" destId="{039EB235-4CEE-4D57-A2B3-1443979FD222}" srcOrd="1" destOrd="0" parTransId="{56BC31BC-2F78-4532-B3F8-CF6974ABC0C7}" sibTransId="{01F0CCA3-6086-4592-84A2-90996BA2B88C}"/>
    <dgm:cxn modelId="{5ABFD831-3CF1-49DC-AE9C-17F1893E8D11}" srcId="{F84FFBC3-0BAA-47F4-9755-EC382BC2E2A0}" destId="{1DE4D65B-90F4-4059-B322-69A0E67D2E54}" srcOrd="2" destOrd="0" parTransId="{73E9E904-FE61-4C39-B611-B5C97AB68AE2}" sibTransId="{47605975-C79F-4A07-8042-2AB4877B19DA}"/>
    <dgm:cxn modelId="{EEDDFE36-749F-424D-B064-260F6D3F7AF5}" type="presOf" srcId="{76D55704-06AB-41EB-BBDA-F16DE3121345}" destId="{23152DF5-7DD4-495A-B62A-FF6D544131A2}" srcOrd="0" destOrd="0" presId="urn:microsoft.com/office/officeart/2005/8/layout/vList2"/>
    <dgm:cxn modelId="{2106268B-1F08-46F2-A92F-9708886CF30E}" srcId="{F84FFBC3-0BAA-47F4-9755-EC382BC2E2A0}" destId="{76D55704-06AB-41EB-BBDA-F16DE3121345}" srcOrd="0" destOrd="0" parTransId="{39B4892F-93CB-429E-A885-A4D5583C1699}" sibTransId="{630E78BD-6FB8-4467-AE07-E0F3E4998EB0}"/>
    <dgm:cxn modelId="{5E9A5B90-D96A-4926-8BB7-677C0C3064C5}" type="presOf" srcId="{A60F201A-2BD1-4142-A675-0F8343DE5F47}" destId="{6EC94547-AFAE-4946-97DE-9512EBF58EB6}" srcOrd="0" destOrd="0" presId="urn:microsoft.com/office/officeart/2005/8/layout/vList2"/>
    <dgm:cxn modelId="{E96323C5-F332-496D-B78A-FCC37697A27E}" type="presOf" srcId="{039EB235-4CEE-4D57-A2B3-1443979FD222}" destId="{53DA4E83-B412-4575-8231-F455819D46FC}" srcOrd="0" destOrd="0" presId="urn:microsoft.com/office/officeart/2005/8/layout/vList2"/>
    <dgm:cxn modelId="{D63FB9D5-5333-4FD5-AE32-8689B6A9EADA}" srcId="{F84FFBC3-0BAA-47F4-9755-EC382BC2E2A0}" destId="{A60F201A-2BD1-4142-A675-0F8343DE5F47}" srcOrd="3" destOrd="0" parTransId="{379CB85C-8D21-41C6-A1DB-F5B61FFCAA8E}" sibTransId="{F62F367E-F6C3-4681-9FF9-05FA05717CA2}"/>
    <dgm:cxn modelId="{ED6479D8-BC16-45CB-AC60-B575A7182002}" type="presOf" srcId="{1DE4D65B-90F4-4059-B322-69A0E67D2E54}" destId="{050E6B64-BE74-4DEB-A6C5-B60D9B04508D}" srcOrd="0" destOrd="0" presId="urn:microsoft.com/office/officeart/2005/8/layout/vList2"/>
    <dgm:cxn modelId="{85FA9BD8-185C-4A02-8DE2-45EFB44281E8}" type="presOf" srcId="{F84FFBC3-0BAA-47F4-9755-EC382BC2E2A0}" destId="{13779176-2C9A-40CA-86EE-186E0AAF4F84}" srcOrd="0" destOrd="0" presId="urn:microsoft.com/office/officeart/2005/8/layout/vList2"/>
    <dgm:cxn modelId="{C46BEF22-5FDF-44A4-8C18-669FBD2A909E}" type="presParOf" srcId="{13779176-2C9A-40CA-86EE-186E0AAF4F84}" destId="{23152DF5-7DD4-495A-B62A-FF6D544131A2}" srcOrd="0" destOrd="0" presId="urn:microsoft.com/office/officeart/2005/8/layout/vList2"/>
    <dgm:cxn modelId="{A8652CE5-DC3D-457F-A76D-DC68A7CA6395}" type="presParOf" srcId="{13779176-2C9A-40CA-86EE-186E0AAF4F84}" destId="{B4C8BE2E-2430-46DB-908B-F3CC27A13E2C}" srcOrd="1" destOrd="0" presId="urn:microsoft.com/office/officeart/2005/8/layout/vList2"/>
    <dgm:cxn modelId="{FA261FB4-9F55-4903-A984-5CB2238C692A}" type="presParOf" srcId="{13779176-2C9A-40CA-86EE-186E0AAF4F84}" destId="{53DA4E83-B412-4575-8231-F455819D46FC}" srcOrd="2" destOrd="0" presId="urn:microsoft.com/office/officeart/2005/8/layout/vList2"/>
    <dgm:cxn modelId="{7C36BBF8-30D9-44BC-A79E-9B7D2F39BC6D}" type="presParOf" srcId="{13779176-2C9A-40CA-86EE-186E0AAF4F84}" destId="{217500B8-6FBB-47F0-BE79-3F7B1AA76A1F}" srcOrd="3" destOrd="0" presId="urn:microsoft.com/office/officeart/2005/8/layout/vList2"/>
    <dgm:cxn modelId="{F988EDE2-F572-41D8-B4D0-A3BB8AE61089}" type="presParOf" srcId="{13779176-2C9A-40CA-86EE-186E0AAF4F84}" destId="{050E6B64-BE74-4DEB-A6C5-B60D9B04508D}" srcOrd="4" destOrd="0" presId="urn:microsoft.com/office/officeart/2005/8/layout/vList2"/>
    <dgm:cxn modelId="{872C24DE-997C-402E-8D90-D43391C15525}" type="presParOf" srcId="{13779176-2C9A-40CA-86EE-186E0AAF4F84}" destId="{627E3FA5-01B7-4C17-BF8B-107832608CB4}" srcOrd="5" destOrd="0" presId="urn:microsoft.com/office/officeart/2005/8/layout/vList2"/>
    <dgm:cxn modelId="{236A7683-CCEA-4CB3-B76A-E4CDF6C466FD}" type="presParOf" srcId="{13779176-2C9A-40CA-86EE-186E0AAF4F84}" destId="{6EC94547-AFAE-4946-97DE-9512EBF58EB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313D62-A141-4B7E-84C0-BB8D184FF0A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32A408-BCAC-45E9-BAE7-76252B3E38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/>
            <a:t>End-users connect over the Internet to the cloud from their own personal computers or portable devices in order to access services.</a:t>
          </a:r>
          <a:endParaRPr lang="en-US" sz="2000" dirty="0"/>
        </a:p>
      </dgm:t>
    </dgm:pt>
    <dgm:pt modelId="{1FAB9108-EDA4-4B22-AFDF-1508D6D9F765}" type="parTrans" cxnId="{989BD65C-EF96-4D55-A4C3-EB01D9EA695B}">
      <dgm:prSet/>
      <dgm:spPr/>
      <dgm:t>
        <a:bodyPr/>
        <a:lstStyle/>
        <a:p>
          <a:endParaRPr lang="en-US"/>
        </a:p>
      </dgm:t>
    </dgm:pt>
    <dgm:pt modelId="{7F45D385-B9CB-4275-AD2D-471C7B62F85E}" type="sibTrans" cxnId="{989BD65C-EF96-4D55-A4C3-EB01D9EA695B}">
      <dgm:prSet/>
      <dgm:spPr/>
      <dgm:t>
        <a:bodyPr/>
        <a:lstStyle/>
        <a:p>
          <a:endParaRPr lang="en-US"/>
        </a:p>
      </dgm:t>
    </dgm:pt>
    <dgm:pt modelId="{0D7C3F42-CD51-4CEF-814A-D1834E61A3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To the end-user, the underlying infrastructure such as the hardware, operating system, etc., is invisible</a:t>
          </a:r>
          <a:endParaRPr lang="en-US" dirty="0"/>
        </a:p>
      </dgm:t>
    </dgm:pt>
    <dgm:pt modelId="{DB897A14-92B1-4704-AE06-6F5E1FB51784}" type="parTrans" cxnId="{E83187BC-931A-4064-A675-AF347C9D8B31}">
      <dgm:prSet/>
      <dgm:spPr/>
      <dgm:t>
        <a:bodyPr/>
        <a:lstStyle/>
        <a:p>
          <a:endParaRPr lang="en-US"/>
        </a:p>
      </dgm:t>
    </dgm:pt>
    <dgm:pt modelId="{0915B1CA-6A00-4E21-BA3F-5FF1E4B8F00A}" type="sibTrans" cxnId="{E83187BC-931A-4064-A675-AF347C9D8B31}">
      <dgm:prSet/>
      <dgm:spPr/>
      <dgm:t>
        <a:bodyPr/>
        <a:lstStyle/>
        <a:p>
          <a:endParaRPr lang="en-US"/>
        </a:p>
      </dgm:t>
    </dgm:pt>
    <dgm:pt modelId="{6911AD58-8670-484C-886A-3E00858391FA}" type="pres">
      <dgm:prSet presAssocID="{5B313D62-A141-4B7E-84C0-BB8D184FF0A8}" presName="root" presStyleCnt="0">
        <dgm:presLayoutVars>
          <dgm:dir/>
          <dgm:resizeHandles val="exact"/>
        </dgm:presLayoutVars>
      </dgm:prSet>
      <dgm:spPr/>
    </dgm:pt>
    <dgm:pt modelId="{840CD6A0-160A-4A27-A407-9A7FF0C2EBAE}" type="pres">
      <dgm:prSet presAssocID="{0D32A408-BCAC-45E9-BAE7-76252B3E38CB}" presName="compNode" presStyleCnt="0"/>
      <dgm:spPr/>
    </dgm:pt>
    <dgm:pt modelId="{1CB4DF1A-F9EC-4BCC-BE5A-C0D39FA07B8F}" type="pres">
      <dgm:prSet presAssocID="{0D32A408-BCAC-45E9-BAE7-76252B3E38CB}" presName="bgRect" presStyleLbl="bgShp" presStyleIdx="0" presStyleCnt="2"/>
      <dgm:spPr/>
    </dgm:pt>
    <dgm:pt modelId="{75DA34D5-D3C1-45EE-BE3D-FDE595D3371A}" type="pres">
      <dgm:prSet presAssocID="{0D32A408-BCAC-45E9-BAE7-76252B3E38C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79BFB093-D579-4E2D-A8D1-29DF91915B24}" type="pres">
      <dgm:prSet presAssocID="{0D32A408-BCAC-45E9-BAE7-76252B3E38CB}" presName="spaceRect" presStyleCnt="0"/>
      <dgm:spPr/>
    </dgm:pt>
    <dgm:pt modelId="{9F94F4DC-9A93-43AE-ADBF-BECB9E006B71}" type="pres">
      <dgm:prSet presAssocID="{0D32A408-BCAC-45E9-BAE7-76252B3E38CB}" presName="parTx" presStyleLbl="revTx" presStyleIdx="0" presStyleCnt="2">
        <dgm:presLayoutVars>
          <dgm:chMax val="0"/>
          <dgm:chPref val="0"/>
        </dgm:presLayoutVars>
      </dgm:prSet>
      <dgm:spPr/>
    </dgm:pt>
    <dgm:pt modelId="{2CAB75A8-EE7F-49F8-B92B-9298B79DB297}" type="pres">
      <dgm:prSet presAssocID="{7F45D385-B9CB-4275-AD2D-471C7B62F85E}" presName="sibTrans" presStyleCnt="0"/>
      <dgm:spPr/>
    </dgm:pt>
    <dgm:pt modelId="{EED7E952-75FD-4E92-883B-BE6C16F9E88C}" type="pres">
      <dgm:prSet presAssocID="{0D7C3F42-CD51-4CEF-814A-D1834E61A3E9}" presName="compNode" presStyleCnt="0"/>
      <dgm:spPr/>
    </dgm:pt>
    <dgm:pt modelId="{D9DE0B43-A10D-4665-B82D-42E81FA813D8}" type="pres">
      <dgm:prSet presAssocID="{0D7C3F42-CD51-4CEF-814A-D1834E61A3E9}" presName="bgRect" presStyleLbl="bgShp" presStyleIdx="1" presStyleCnt="2"/>
      <dgm:spPr/>
    </dgm:pt>
    <dgm:pt modelId="{C3AA816D-55C4-46B5-A9FF-CE40B75F56CD}" type="pres">
      <dgm:prSet presAssocID="{0D7C3F42-CD51-4CEF-814A-D1834E61A3E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90CD965-9CF3-43A0-BAD9-D3411438D923}" type="pres">
      <dgm:prSet presAssocID="{0D7C3F42-CD51-4CEF-814A-D1834E61A3E9}" presName="spaceRect" presStyleCnt="0"/>
      <dgm:spPr/>
    </dgm:pt>
    <dgm:pt modelId="{33BE2A79-6C23-4D97-BAFF-4D8E6E52E3BA}" type="pres">
      <dgm:prSet presAssocID="{0D7C3F42-CD51-4CEF-814A-D1834E61A3E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89BD65C-EF96-4D55-A4C3-EB01D9EA695B}" srcId="{5B313D62-A141-4B7E-84C0-BB8D184FF0A8}" destId="{0D32A408-BCAC-45E9-BAE7-76252B3E38CB}" srcOrd="0" destOrd="0" parTransId="{1FAB9108-EDA4-4B22-AFDF-1508D6D9F765}" sibTransId="{7F45D385-B9CB-4275-AD2D-471C7B62F85E}"/>
    <dgm:cxn modelId="{3CD451A2-1811-45B6-9491-0CA210971590}" type="presOf" srcId="{0D32A408-BCAC-45E9-BAE7-76252B3E38CB}" destId="{9F94F4DC-9A93-43AE-ADBF-BECB9E006B71}" srcOrd="0" destOrd="0" presId="urn:microsoft.com/office/officeart/2018/2/layout/IconVerticalSolidList"/>
    <dgm:cxn modelId="{E83187BC-931A-4064-A675-AF347C9D8B31}" srcId="{5B313D62-A141-4B7E-84C0-BB8D184FF0A8}" destId="{0D7C3F42-CD51-4CEF-814A-D1834E61A3E9}" srcOrd="1" destOrd="0" parTransId="{DB897A14-92B1-4704-AE06-6F5E1FB51784}" sibTransId="{0915B1CA-6A00-4E21-BA3F-5FF1E4B8F00A}"/>
    <dgm:cxn modelId="{D80EACF1-DAED-46C6-9846-538F31AD9BAB}" type="presOf" srcId="{5B313D62-A141-4B7E-84C0-BB8D184FF0A8}" destId="{6911AD58-8670-484C-886A-3E00858391FA}" srcOrd="0" destOrd="0" presId="urn:microsoft.com/office/officeart/2018/2/layout/IconVerticalSolidList"/>
    <dgm:cxn modelId="{1939F6F3-4D2E-4349-9E07-37B8A807CD83}" type="presOf" srcId="{0D7C3F42-CD51-4CEF-814A-D1834E61A3E9}" destId="{33BE2A79-6C23-4D97-BAFF-4D8E6E52E3BA}" srcOrd="0" destOrd="0" presId="urn:microsoft.com/office/officeart/2018/2/layout/IconVerticalSolidList"/>
    <dgm:cxn modelId="{68AFA6BF-00EC-46D7-AEDB-DB1B98209F3B}" type="presParOf" srcId="{6911AD58-8670-484C-886A-3E00858391FA}" destId="{840CD6A0-160A-4A27-A407-9A7FF0C2EBAE}" srcOrd="0" destOrd="0" presId="urn:microsoft.com/office/officeart/2018/2/layout/IconVerticalSolidList"/>
    <dgm:cxn modelId="{2A283F7B-17AE-4577-821D-B3623B3EE968}" type="presParOf" srcId="{840CD6A0-160A-4A27-A407-9A7FF0C2EBAE}" destId="{1CB4DF1A-F9EC-4BCC-BE5A-C0D39FA07B8F}" srcOrd="0" destOrd="0" presId="urn:microsoft.com/office/officeart/2018/2/layout/IconVerticalSolidList"/>
    <dgm:cxn modelId="{7AB6EC4E-13D0-4AE2-BB6E-122BD7E14349}" type="presParOf" srcId="{840CD6A0-160A-4A27-A407-9A7FF0C2EBAE}" destId="{75DA34D5-D3C1-45EE-BE3D-FDE595D3371A}" srcOrd="1" destOrd="0" presId="urn:microsoft.com/office/officeart/2018/2/layout/IconVerticalSolidList"/>
    <dgm:cxn modelId="{3FEBBF82-F733-429D-B5A0-0ECD27C18226}" type="presParOf" srcId="{840CD6A0-160A-4A27-A407-9A7FF0C2EBAE}" destId="{79BFB093-D579-4E2D-A8D1-29DF91915B24}" srcOrd="2" destOrd="0" presId="urn:microsoft.com/office/officeart/2018/2/layout/IconVerticalSolidList"/>
    <dgm:cxn modelId="{67ABE24B-3945-4F5A-9CBE-D65042F32B0B}" type="presParOf" srcId="{840CD6A0-160A-4A27-A407-9A7FF0C2EBAE}" destId="{9F94F4DC-9A93-43AE-ADBF-BECB9E006B71}" srcOrd="3" destOrd="0" presId="urn:microsoft.com/office/officeart/2018/2/layout/IconVerticalSolidList"/>
    <dgm:cxn modelId="{65D6B6F6-C280-466B-9D5A-FE956EDE9C96}" type="presParOf" srcId="{6911AD58-8670-484C-886A-3E00858391FA}" destId="{2CAB75A8-EE7F-49F8-B92B-9298B79DB297}" srcOrd="1" destOrd="0" presId="urn:microsoft.com/office/officeart/2018/2/layout/IconVerticalSolidList"/>
    <dgm:cxn modelId="{4B2C5787-62DE-4E08-9CFE-CEE0F78E0EB9}" type="presParOf" srcId="{6911AD58-8670-484C-886A-3E00858391FA}" destId="{EED7E952-75FD-4E92-883B-BE6C16F9E88C}" srcOrd="2" destOrd="0" presId="urn:microsoft.com/office/officeart/2018/2/layout/IconVerticalSolidList"/>
    <dgm:cxn modelId="{B015788D-EE97-40AB-8EA2-710A76D7F3A6}" type="presParOf" srcId="{EED7E952-75FD-4E92-883B-BE6C16F9E88C}" destId="{D9DE0B43-A10D-4665-B82D-42E81FA813D8}" srcOrd="0" destOrd="0" presId="urn:microsoft.com/office/officeart/2018/2/layout/IconVerticalSolidList"/>
    <dgm:cxn modelId="{69BA2782-1F96-4688-A8FA-9790A2FD2AAF}" type="presParOf" srcId="{EED7E952-75FD-4E92-883B-BE6C16F9E88C}" destId="{C3AA816D-55C4-46B5-A9FF-CE40B75F56CD}" srcOrd="1" destOrd="0" presId="urn:microsoft.com/office/officeart/2018/2/layout/IconVerticalSolidList"/>
    <dgm:cxn modelId="{6F7289C2-B08F-4F03-900B-9D91D3D2D2C5}" type="presParOf" srcId="{EED7E952-75FD-4E92-883B-BE6C16F9E88C}" destId="{490CD965-9CF3-43A0-BAD9-D3411438D923}" srcOrd="2" destOrd="0" presId="urn:microsoft.com/office/officeart/2018/2/layout/IconVerticalSolidList"/>
    <dgm:cxn modelId="{3BD88F18-2601-4670-9811-A2F200E4C264}" type="presParOf" srcId="{EED7E952-75FD-4E92-883B-BE6C16F9E88C}" destId="{33BE2A79-6C23-4D97-BAFF-4D8E6E52E3B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D8C2565-C585-4C88-A75D-AFBB05F3E21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C06C52E-CE08-4032-866F-7D6ADB412A96}">
      <dgm:prSet/>
      <dgm:spPr/>
      <dgm:t>
        <a:bodyPr/>
        <a:lstStyle/>
        <a:p>
          <a:r>
            <a:rPr lang="en-US"/>
            <a:t>Why is it becoming important?</a:t>
          </a:r>
        </a:p>
      </dgm:t>
    </dgm:pt>
    <dgm:pt modelId="{ECDFC32A-08B3-45D3-8D36-CA3CEA893ABB}" type="parTrans" cxnId="{5492B633-7E37-43CD-A8A2-604A9E45A77A}">
      <dgm:prSet/>
      <dgm:spPr/>
      <dgm:t>
        <a:bodyPr/>
        <a:lstStyle/>
        <a:p>
          <a:endParaRPr lang="en-US"/>
        </a:p>
      </dgm:t>
    </dgm:pt>
    <dgm:pt modelId="{2AAC7AD2-F411-4AAF-88B5-2DB7DFDAA1CB}" type="sibTrans" cxnId="{5492B633-7E37-43CD-A8A2-604A9E45A77A}">
      <dgm:prSet/>
      <dgm:spPr/>
      <dgm:t>
        <a:bodyPr/>
        <a:lstStyle/>
        <a:p>
          <a:endParaRPr lang="en-US"/>
        </a:p>
      </dgm:t>
    </dgm:pt>
    <dgm:pt modelId="{E72BA9C2-A86F-4E15-B66B-EA800CE25A31}">
      <dgm:prSet/>
      <dgm:spPr/>
      <dgm:t>
        <a:bodyPr/>
        <a:lstStyle/>
        <a:p>
          <a:r>
            <a:rPr lang="en-US"/>
            <a:t>Using high-scale/low-cost providers,</a:t>
          </a:r>
        </a:p>
      </dgm:t>
    </dgm:pt>
    <dgm:pt modelId="{034B8195-E2F9-400A-8B00-CE08C4F3574E}" type="parTrans" cxnId="{FD5408BD-DF45-449F-B7E4-69B777197C21}">
      <dgm:prSet/>
      <dgm:spPr/>
      <dgm:t>
        <a:bodyPr/>
        <a:lstStyle/>
        <a:p>
          <a:endParaRPr lang="en-US"/>
        </a:p>
      </dgm:t>
    </dgm:pt>
    <dgm:pt modelId="{E5D417CA-0E1A-43AB-A4EE-9D176164E181}" type="sibTrans" cxnId="{FD5408BD-DF45-449F-B7E4-69B777197C21}">
      <dgm:prSet/>
      <dgm:spPr/>
      <dgm:t>
        <a:bodyPr/>
        <a:lstStyle/>
        <a:p>
          <a:endParaRPr lang="en-US"/>
        </a:p>
      </dgm:t>
    </dgm:pt>
    <dgm:pt modelId="{C9E06F50-E974-4C7E-9F5C-E754D96826C4}">
      <dgm:prSet/>
      <dgm:spPr/>
      <dgm:t>
        <a:bodyPr/>
        <a:lstStyle/>
        <a:p>
          <a:r>
            <a:rPr lang="en-US"/>
            <a:t>Any time/place access via web browser,</a:t>
          </a:r>
        </a:p>
      </dgm:t>
    </dgm:pt>
    <dgm:pt modelId="{4036AD5D-1B4C-4E79-8662-EC6BF278BB7B}" type="parTrans" cxnId="{28DFBEA4-03BB-4A00-8927-9F4118BB545E}">
      <dgm:prSet/>
      <dgm:spPr/>
      <dgm:t>
        <a:bodyPr/>
        <a:lstStyle/>
        <a:p>
          <a:endParaRPr lang="en-US"/>
        </a:p>
      </dgm:t>
    </dgm:pt>
    <dgm:pt modelId="{DC65E3EB-262F-434F-9245-1F4D63D55010}" type="sibTrans" cxnId="{28DFBEA4-03BB-4A00-8927-9F4118BB545E}">
      <dgm:prSet/>
      <dgm:spPr/>
      <dgm:t>
        <a:bodyPr/>
        <a:lstStyle/>
        <a:p>
          <a:endParaRPr lang="en-US"/>
        </a:p>
      </dgm:t>
    </dgm:pt>
    <dgm:pt modelId="{CE629B2A-81F3-47A7-99CC-5B62586FA3A3}">
      <dgm:prSet/>
      <dgm:spPr/>
      <dgm:t>
        <a:bodyPr/>
        <a:lstStyle/>
        <a:p>
          <a:r>
            <a:rPr lang="en-US"/>
            <a:t>Rapid scalability; incremental cost and load sharing,</a:t>
          </a:r>
        </a:p>
      </dgm:t>
    </dgm:pt>
    <dgm:pt modelId="{69C05028-E124-4D88-B234-DBD4C289EBD2}" type="parTrans" cxnId="{543B906C-FFF7-4F12-93DE-26D94BCC2A2F}">
      <dgm:prSet/>
      <dgm:spPr/>
      <dgm:t>
        <a:bodyPr/>
        <a:lstStyle/>
        <a:p>
          <a:endParaRPr lang="en-US"/>
        </a:p>
      </dgm:t>
    </dgm:pt>
    <dgm:pt modelId="{87326434-4D67-4B08-A3D0-B5A801619BCD}" type="sibTrans" cxnId="{543B906C-FFF7-4F12-93DE-26D94BCC2A2F}">
      <dgm:prSet/>
      <dgm:spPr/>
      <dgm:t>
        <a:bodyPr/>
        <a:lstStyle/>
        <a:p>
          <a:endParaRPr lang="en-US"/>
        </a:p>
      </dgm:t>
    </dgm:pt>
    <dgm:pt modelId="{65A7BD20-1D46-4813-AFDA-9471B524A04F}">
      <dgm:prSet/>
      <dgm:spPr/>
      <dgm:t>
        <a:bodyPr/>
        <a:lstStyle/>
        <a:p>
          <a:r>
            <a:rPr lang="en-US"/>
            <a:t>Can forget need to focus on local IT.</a:t>
          </a:r>
        </a:p>
      </dgm:t>
    </dgm:pt>
    <dgm:pt modelId="{D0865670-5EEF-49DB-B5CB-39ABAF8CBB72}" type="parTrans" cxnId="{EE9E3881-2455-46DA-98FA-A9C95E64DCD5}">
      <dgm:prSet/>
      <dgm:spPr/>
      <dgm:t>
        <a:bodyPr/>
        <a:lstStyle/>
        <a:p>
          <a:endParaRPr lang="en-US"/>
        </a:p>
      </dgm:t>
    </dgm:pt>
    <dgm:pt modelId="{EE82EB84-A785-4832-917B-8D3CD169E2C1}" type="sibTrans" cxnId="{EE9E3881-2455-46DA-98FA-A9C95E64DCD5}">
      <dgm:prSet/>
      <dgm:spPr/>
      <dgm:t>
        <a:bodyPr/>
        <a:lstStyle/>
        <a:p>
          <a:endParaRPr lang="en-US"/>
        </a:p>
      </dgm:t>
    </dgm:pt>
    <dgm:pt modelId="{D2E76149-91E1-4FE4-B1F7-F4728BA7991D}">
      <dgm:prSet/>
      <dgm:spPr/>
      <dgm:t>
        <a:bodyPr/>
        <a:lstStyle/>
        <a:p>
          <a:r>
            <a:rPr lang="en-US"/>
            <a:t>Concerns:</a:t>
          </a:r>
        </a:p>
      </dgm:t>
    </dgm:pt>
    <dgm:pt modelId="{24D393CE-8076-4BBD-9C3F-784E44CE896B}" type="parTrans" cxnId="{D43697BD-8E5A-41A9-9954-44CDCF1A9676}">
      <dgm:prSet/>
      <dgm:spPr/>
      <dgm:t>
        <a:bodyPr/>
        <a:lstStyle/>
        <a:p>
          <a:endParaRPr lang="en-US"/>
        </a:p>
      </dgm:t>
    </dgm:pt>
    <dgm:pt modelId="{E3BE5093-3BE1-4D32-A639-AC5D45A78D02}" type="sibTrans" cxnId="{D43697BD-8E5A-41A9-9954-44CDCF1A9676}">
      <dgm:prSet/>
      <dgm:spPr/>
      <dgm:t>
        <a:bodyPr/>
        <a:lstStyle/>
        <a:p>
          <a:endParaRPr lang="en-US"/>
        </a:p>
      </dgm:t>
    </dgm:pt>
    <dgm:pt modelId="{14558813-E384-4869-8193-CB683FC12E5F}">
      <dgm:prSet/>
      <dgm:spPr/>
      <dgm:t>
        <a:bodyPr/>
        <a:lstStyle/>
        <a:p>
          <a:r>
            <a:rPr lang="en-US"/>
            <a:t>Performance, reliability, and SLAs,</a:t>
          </a:r>
        </a:p>
      </dgm:t>
    </dgm:pt>
    <dgm:pt modelId="{B4485170-5D26-4E05-9E93-B0532513D3C9}" type="parTrans" cxnId="{A816559C-E4A9-4893-AEFD-E9A0132B620C}">
      <dgm:prSet/>
      <dgm:spPr/>
      <dgm:t>
        <a:bodyPr/>
        <a:lstStyle/>
        <a:p>
          <a:endParaRPr lang="en-US"/>
        </a:p>
      </dgm:t>
    </dgm:pt>
    <dgm:pt modelId="{74A07336-9667-40F9-B3F2-520A5C1D1F40}" type="sibTrans" cxnId="{A816559C-E4A9-4893-AEFD-E9A0132B620C}">
      <dgm:prSet/>
      <dgm:spPr/>
      <dgm:t>
        <a:bodyPr/>
        <a:lstStyle/>
        <a:p>
          <a:endParaRPr lang="en-US"/>
        </a:p>
      </dgm:t>
    </dgm:pt>
    <dgm:pt modelId="{3C52A506-3BC5-4E3E-86B0-B55C8246A412}">
      <dgm:prSet/>
      <dgm:spPr/>
      <dgm:t>
        <a:bodyPr/>
        <a:lstStyle/>
        <a:p>
          <a:r>
            <a:rPr lang="en-US"/>
            <a:t>Control of data, and service parameters,</a:t>
          </a:r>
        </a:p>
      </dgm:t>
    </dgm:pt>
    <dgm:pt modelId="{98F561CC-510A-4383-85E2-43228252EAAB}" type="parTrans" cxnId="{89CD1E8C-DE8B-4BD4-96F8-8E18E6298500}">
      <dgm:prSet/>
      <dgm:spPr/>
      <dgm:t>
        <a:bodyPr/>
        <a:lstStyle/>
        <a:p>
          <a:endParaRPr lang="en-US"/>
        </a:p>
      </dgm:t>
    </dgm:pt>
    <dgm:pt modelId="{AC59BD6E-9122-48BA-BD44-DF8521BD1448}" type="sibTrans" cxnId="{89CD1E8C-DE8B-4BD4-96F8-8E18E6298500}">
      <dgm:prSet/>
      <dgm:spPr/>
      <dgm:t>
        <a:bodyPr/>
        <a:lstStyle/>
        <a:p>
          <a:endParaRPr lang="en-US"/>
        </a:p>
      </dgm:t>
    </dgm:pt>
    <dgm:pt modelId="{320DA015-CF57-4C08-A1F3-090D5BD121EE}">
      <dgm:prSet/>
      <dgm:spPr/>
      <dgm:t>
        <a:bodyPr/>
        <a:lstStyle/>
        <a:p>
          <a:r>
            <a:rPr lang="en-US"/>
            <a:t>Application features and choices,</a:t>
          </a:r>
        </a:p>
      </dgm:t>
    </dgm:pt>
    <dgm:pt modelId="{C18D3622-95C5-4F3A-83DA-19369A83C94C}" type="parTrans" cxnId="{FB5179A4-694B-4D37-9B0F-A3709E6F4712}">
      <dgm:prSet/>
      <dgm:spPr/>
      <dgm:t>
        <a:bodyPr/>
        <a:lstStyle/>
        <a:p>
          <a:endParaRPr lang="en-US"/>
        </a:p>
      </dgm:t>
    </dgm:pt>
    <dgm:pt modelId="{8FC4EF6B-9215-4571-928E-61F8D36B6578}" type="sibTrans" cxnId="{FB5179A4-694B-4D37-9B0F-A3709E6F4712}">
      <dgm:prSet/>
      <dgm:spPr/>
      <dgm:t>
        <a:bodyPr/>
        <a:lstStyle/>
        <a:p>
          <a:endParaRPr lang="en-US"/>
        </a:p>
      </dgm:t>
    </dgm:pt>
    <dgm:pt modelId="{F77FD6F0-CB60-4BCF-8312-F647BB65A148}">
      <dgm:prSet/>
      <dgm:spPr/>
      <dgm:t>
        <a:bodyPr/>
        <a:lstStyle/>
        <a:p>
          <a:r>
            <a:rPr lang="en-US"/>
            <a:t>Interaction between Cloud providers,</a:t>
          </a:r>
        </a:p>
      </dgm:t>
    </dgm:pt>
    <dgm:pt modelId="{94C34F9C-6AA6-49E9-96FD-758C69322CC0}" type="parTrans" cxnId="{8BF7E685-9799-4306-B64B-4156A4A4CD01}">
      <dgm:prSet/>
      <dgm:spPr/>
      <dgm:t>
        <a:bodyPr/>
        <a:lstStyle/>
        <a:p>
          <a:endParaRPr lang="en-US"/>
        </a:p>
      </dgm:t>
    </dgm:pt>
    <dgm:pt modelId="{2BE577F5-5915-4067-8B51-12A118CB906A}" type="sibTrans" cxnId="{8BF7E685-9799-4306-B64B-4156A4A4CD01}">
      <dgm:prSet/>
      <dgm:spPr/>
      <dgm:t>
        <a:bodyPr/>
        <a:lstStyle/>
        <a:p>
          <a:endParaRPr lang="en-US"/>
        </a:p>
      </dgm:t>
    </dgm:pt>
    <dgm:pt modelId="{5E665BC9-D1EB-45D3-B248-83B346161896}">
      <dgm:prSet/>
      <dgm:spPr/>
      <dgm:t>
        <a:bodyPr/>
        <a:lstStyle/>
        <a:p>
          <a:r>
            <a:rPr lang="en-US"/>
            <a:t>No standard API – mix of SOAP and REST!</a:t>
          </a:r>
        </a:p>
      </dgm:t>
    </dgm:pt>
    <dgm:pt modelId="{9EB5CC77-7757-46B5-9C7C-BD777A09A891}" type="parTrans" cxnId="{9F2C22A5-3510-4BD7-ACAC-EF78BC8BC7B4}">
      <dgm:prSet/>
      <dgm:spPr/>
      <dgm:t>
        <a:bodyPr/>
        <a:lstStyle/>
        <a:p>
          <a:endParaRPr lang="en-US"/>
        </a:p>
      </dgm:t>
    </dgm:pt>
    <dgm:pt modelId="{E6A3AEF8-0E34-4283-B4E8-0466682F8556}" type="sibTrans" cxnId="{9F2C22A5-3510-4BD7-ACAC-EF78BC8BC7B4}">
      <dgm:prSet/>
      <dgm:spPr/>
      <dgm:t>
        <a:bodyPr/>
        <a:lstStyle/>
        <a:p>
          <a:endParaRPr lang="en-US"/>
        </a:p>
      </dgm:t>
    </dgm:pt>
    <dgm:pt modelId="{98F9BD92-2C8A-44C6-992D-BA6A67304844}">
      <dgm:prSet/>
      <dgm:spPr/>
      <dgm:t>
        <a:bodyPr/>
        <a:lstStyle/>
        <a:p>
          <a:r>
            <a:rPr lang="en-US"/>
            <a:t>Privacy, security, compliance, trust…</a:t>
          </a:r>
        </a:p>
      </dgm:t>
    </dgm:pt>
    <dgm:pt modelId="{FD214C63-E21C-4CF0-97DA-E2B5E6E5A544}" type="parTrans" cxnId="{694314EB-CF59-4315-B9F3-CB2CDFA1F91F}">
      <dgm:prSet/>
      <dgm:spPr/>
      <dgm:t>
        <a:bodyPr/>
        <a:lstStyle/>
        <a:p>
          <a:endParaRPr lang="en-US"/>
        </a:p>
      </dgm:t>
    </dgm:pt>
    <dgm:pt modelId="{97858D52-9740-4F50-9E2E-1E569A1A57CF}" type="sibTrans" cxnId="{694314EB-CF59-4315-B9F3-CB2CDFA1F91F}">
      <dgm:prSet/>
      <dgm:spPr/>
      <dgm:t>
        <a:bodyPr/>
        <a:lstStyle/>
        <a:p>
          <a:endParaRPr lang="en-US"/>
        </a:p>
      </dgm:t>
    </dgm:pt>
    <dgm:pt modelId="{D218DFEC-D094-4FB4-AFBD-9B2F6A910129}" type="pres">
      <dgm:prSet presAssocID="{6D8C2565-C585-4C88-A75D-AFBB05F3E21E}" presName="linear" presStyleCnt="0">
        <dgm:presLayoutVars>
          <dgm:animLvl val="lvl"/>
          <dgm:resizeHandles val="exact"/>
        </dgm:presLayoutVars>
      </dgm:prSet>
      <dgm:spPr/>
    </dgm:pt>
    <dgm:pt modelId="{98B6A158-D847-4BE0-BE05-170F7A3C1294}" type="pres">
      <dgm:prSet presAssocID="{8C06C52E-CE08-4032-866F-7D6ADB412A9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F2787E4-6219-482A-AF2D-AAEE30111D06}" type="pres">
      <dgm:prSet presAssocID="{8C06C52E-CE08-4032-866F-7D6ADB412A96}" presName="childText" presStyleLbl="revTx" presStyleIdx="0" presStyleCnt="2">
        <dgm:presLayoutVars>
          <dgm:bulletEnabled val="1"/>
        </dgm:presLayoutVars>
      </dgm:prSet>
      <dgm:spPr/>
    </dgm:pt>
    <dgm:pt modelId="{AC1AAEFD-E347-43BB-973D-DD4ADFABB426}" type="pres">
      <dgm:prSet presAssocID="{D2E76149-91E1-4FE4-B1F7-F4728BA7991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9414E71-A30D-4873-9FEB-DB34CE23A75A}" type="pres">
      <dgm:prSet presAssocID="{D2E76149-91E1-4FE4-B1F7-F4728BA7991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7BBF706-CA69-48EC-ABA1-220BC377E603}" type="presOf" srcId="{D2E76149-91E1-4FE4-B1F7-F4728BA7991D}" destId="{AC1AAEFD-E347-43BB-973D-DD4ADFABB426}" srcOrd="0" destOrd="0" presId="urn:microsoft.com/office/officeart/2005/8/layout/vList2"/>
    <dgm:cxn modelId="{7D19A310-9EC0-499C-9F69-92F3F85A7955}" type="presOf" srcId="{6D8C2565-C585-4C88-A75D-AFBB05F3E21E}" destId="{D218DFEC-D094-4FB4-AFBD-9B2F6A910129}" srcOrd="0" destOrd="0" presId="urn:microsoft.com/office/officeart/2005/8/layout/vList2"/>
    <dgm:cxn modelId="{D11ACE22-65DE-4D42-ABF7-79D7D6E3196B}" type="presOf" srcId="{320DA015-CF57-4C08-A1F3-090D5BD121EE}" destId="{C9414E71-A30D-4873-9FEB-DB34CE23A75A}" srcOrd="0" destOrd="2" presId="urn:microsoft.com/office/officeart/2005/8/layout/vList2"/>
    <dgm:cxn modelId="{9ED1A62A-C165-4EF0-90A8-CC0BD22C629F}" type="presOf" srcId="{8C06C52E-CE08-4032-866F-7D6ADB412A96}" destId="{98B6A158-D847-4BE0-BE05-170F7A3C1294}" srcOrd="0" destOrd="0" presId="urn:microsoft.com/office/officeart/2005/8/layout/vList2"/>
    <dgm:cxn modelId="{5492B633-7E37-43CD-A8A2-604A9E45A77A}" srcId="{6D8C2565-C585-4C88-A75D-AFBB05F3E21E}" destId="{8C06C52E-CE08-4032-866F-7D6ADB412A96}" srcOrd="0" destOrd="0" parTransId="{ECDFC32A-08B3-45D3-8D36-CA3CEA893ABB}" sibTransId="{2AAC7AD2-F411-4AAF-88B5-2DB7DFDAA1CB}"/>
    <dgm:cxn modelId="{C4D1FE39-A025-4A04-A85B-1DD824664D7F}" type="presOf" srcId="{65A7BD20-1D46-4813-AFDA-9471B524A04F}" destId="{6F2787E4-6219-482A-AF2D-AAEE30111D06}" srcOrd="0" destOrd="3" presId="urn:microsoft.com/office/officeart/2005/8/layout/vList2"/>
    <dgm:cxn modelId="{543B906C-FFF7-4F12-93DE-26D94BCC2A2F}" srcId="{8C06C52E-CE08-4032-866F-7D6ADB412A96}" destId="{CE629B2A-81F3-47A7-99CC-5B62586FA3A3}" srcOrd="2" destOrd="0" parTransId="{69C05028-E124-4D88-B234-DBD4C289EBD2}" sibTransId="{87326434-4D67-4B08-A3D0-B5A801619BCD}"/>
    <dgm:cxn modelId="{D5C71E6E-D6E8-4D5E-9E47-C0DAFE78C77F}" type="presOf" srcId="{E72BA9C2-A86F-4E15-B66B-EA800CE25A31}" destId="{6F2787E4-6219-482A-AF2D-AAEE30111D06}" srcOrd="0" destOrd="0" presId="urn:microsoft.com/office/officeart/2005/8/layout/vList2"/>
    <dgm:cxn modelId="{58CEC570-0524-468E-9FEF-FE0ECB8AD620}" type="presOf" srcId="{3C52A506-3BC5-4E3E-86B0-B55C8246A412}" destId="{C9414E71-A30D-4873-9FEB-DB34CE23A75A}" srcOrd="0" destOrd="1" presId="urn:microsoft.com/office/officeart/2005/8/layout/vList2"/>
    <dgm:cxn modelId="{8F54A558-1742-4F44-835A-F9D1C747CA92}" type="presOf" srcId="{C9E06F50-E974-4C7E-9F5C-E754D96826C4}" destId="{6F2787E4-6219-482A-AF2D-AAEE30111D06}" srcOrd="0" destOrd="1" presId="urn:microsoft.com/office/officeart/2005/8/layout/vList2"/>
    <dgm:cxn modelId="{EE9E3881-2455-46DA-98FA-A9C95E64DCD5}" srcId="{8C06C52E-CE08-4032-866F-7D6ADB412A96}" destId="{65A7BD20-1D46-4813-AFDA-9471B524A04F}" srcOrd="3" destOrd="0" parTransId="{D0865670-5EEF-49DB-B5CB-39ABAF8CBB72}" sibTransId="{EE82EB84-A785-4832-917B-8D3CD169E2C1}"/>
    <dgm:cxn modelId="{8BF7E685-9799-4306-B64B-4156A4A4CD01}" srcId="{D2E76149-91E1-4FE4-B1F7-F4728BA7991D}" destId="{F77FD6F0-CB60-4BCF-8312-F647BB65A148}" srcOrd="3" destOrd="0" parTransId="{94C34F9C-6AA6-49E9-96FD-758C69322CC0}" sibTransId="{2BE577F5-5915-4067-8B51-12A118CB906A}"/>
    <dgm:cxn modelId="{89CD1E8C-DE8B-4BD4-96F8-8E18E6298500}" srcId="{D2E76149-91E1-4FE4-B1F7-F4728BA7991D}" destId="{3C52A506-3BC5-4E3E-86B0-B55C8246A412}" srcOrd="1" destOrd="0" parTransId="{98F561CC-510A-4383-85E2-43228252EAAB}" sibTransId="{AC59BD6E-9122-48BA-BD44-DF8521BD1448}"/>
    <dgm:cxn modelId="{A816559C-E4A9-4893-AEFD-E9A0132B620C}" srcId="{D2E76149-91E1-4FE4-B1F7-F4728BA7991D}" destId="{14558813-E384-4869-8193-CB683FC12E5F}" srcOrd="0" destOrd="0" parTransId="{B4485170-5D26-4E05-9E93-B0532513D3C9}" sibTransId="{74A07336-9667-40F9-B3F2-520A5C1D1F40}"/>
    <dgm:cxn modelId="{C170EE9C-088D-4F4F-9140-8B7D4D947EC7}" type="presOf" srcId="{CE629B2A-81F3-47A7-99CC-5B62586FA3A3}" destId="{6F2787E4-6219-482A-AF2D-AAEE30111D06}" srcOrd="0" destOrd="2" presId="urn:microsoft.com/office/officeart/2005/8/layout/vList2"/>
    <dgm:cxn modelId="{FB5179A4-694B-4D37-9B0F-A3709E6F4712}" srcId="{D2E76149-91E1-4FE4-B1F7-F4728BA7991D}" destId="{320DA015-CF57-4C08-A1F3-090D5BD121EE}" srcOrd="2" destOrd="0" parTransId="{C18D3622-95C5-4F3A-83DA-19369A83C94C}" sibTransId="{8FC4EF6B-9215-4571-928E-61F8D36B6578}"/>
    <dgm:cxn modelId="{28DFBEA4-03BB-4A00-8927-9F4118BB545E}" srcId="{8C06C52E-CE08-4032-866F-7D6ADB412A96}" destId="{C9E06F50-E974-4C7E-9F5C-E754D96826C4}" srcOrd="1" destOrd="0" parTransId="{4036AD5D-1B4C-4E79-8662-EC6BF278BB7B}" sibTransId="{DC65E3EB-262F-434F-9245-1F4D63D55010}"/>
    <dgm:cxn modelId="{9F2C22A5-3510-4BD7-ACAC-EF78BC8BC7B4}" srcId="{D2E76149-91E1-4FE4-B1F7-F4728BA7991D}" destId="{5E665BC9-D1EB-45D3-B248-83B346161896}" srcOrd="4" destOrd="0" parTransId="{9EB5CC77-7757-46B5-9C7C-BD777A09A891}" sibTransId="{E6A3AEF8-0E34-4283-B4E8-0466682F8556}"/>
    <dgm:cxn modelId="{FD5408BD-DF45-449F-B7E4-69B777197C21}" srcId="{8C06C52E-CE08-4032-866F-7D6ADB412A96}" destId="{E72BA9C2-A86F-4E15-B66B-EA800CE25A31}" srcOrd="0" destOrd="0" parTransId="{034B8195-E2F9-400A-8B00-CE08C4F3574E}" sibTransId="{E5D417CA-0E1A-43AB-A4EE-9D176164E181}"/>
    <dgm:cxn modelId="{D43697BD-8E5A-41A9-9954-44CDCF1A9676}" srcId="{6D8C2565-C585-4C88-A75D-AFBB05F3E21E}" destId="{D2E76149-91E1-4FE4-B1F7-F4728BA7991D}" srcOrd="1" destOrd="0" parTransId="{24D393CE-8076-4BBD-9C3F-784E44CE896B}" sibTransId="{E3BE5093-3BE1-4D32-A639-AC5D45A78D02}"/>
    <dgm:cxn modelId="{C0FD2AC9-BB35-469A-B859-B4965B8FF948}" type="presOf" srcId="{5E665BC9-D1EB-45D3-B248-83B346161896}" destId="{C9414E71-A30D-4873-9FEB-DB34CE23A75A}" srcOrd="0" destOrd="4" presId="urn:microsoft.com/office/officeart/2005/8/layout/vList2"/>
    <dgm:cxn modelId="{68DCD4CB-B925-4164-956E-7640ADBF0345}" type="presOf" srcId="{F77FD6F0-CB60-4BCF-8312-F647BB65A148}" destId="{C9414E71-A30D-4873-9FEB-DB34CE23A75A}" srcOrd="0" destOrd="3" presId="urn:microsoft.com/office/officeart/2005/8/layout/vList2"/>
    <dgm:cxn modelId="{79B898D1-74CB-499F-B601-71FE6145EE2A}" type="presOf" srcId="{98F9BD92-2C8A-44C6-992D-BA6A67304844}" destId="{C9414E71-A30D-4873-9FEB-DB34CE23A75A}" srcOrd="0" destOrd="5" presId="urn:microsoft.com/office/officeart/2005/8/layout/vList2"/>
    <dgm:cxn modelId="{19D038DF-1F10-41D2-9A14-A7EB077F1BE3}" type="presOf" srcId="{14558813-E384-4869-8193-CB683FC12E5F}" destId="{C9414E71-A30D-4873-9FEB-DB34CE23A75A}" srcOrd="0" destOrd="0" presId="urn:microsoft.com/office/officeart/2005/8/layout/vList2"/>
    <dgm:cxn modelId="{694314EB-CF59-4315-B9F3-CB2CDFA1F91F}" srcId="{D2E76149-91E1-4FE4-B1F7-F4728BA7991D}" destId="{98F9BD92-2C8A-44C6-992D-BA6A67304844}" srcOrd="5" destOrd="0" parTransId="{FD214C63-E21C-4CF0-97DA-E2B5E6E5A544}" sibTransId="{97858D52-9740-4F50-9E2E-1E569A1A57CF}"/>
    <dgm:cxn modelId="{09566FB7-94DC-498C-8B23-D68B494FBDB6}" type="presParOf" srcId="{D218DFEC-D094-4FB4-AFBD-9B2F6A910129}" destId="{98B6A158-D847-4BE0-BE05-170F7A3C1294}" srcOrd="0" destOrd="0" presId="urn:microsoft.com/office/officeart/2005/8/layout/vList2"/>
    <dgm:cxn modelId="{5904736E-4D35-45CA-924A-4F0D352F958C}" type="presParOf" srcId="{D218DFEC-D094-4FB4-AFBD-9B2F6A910129}" destId="{6F2787E4-6219-482A-AF2D-AAEE30111D06}" srcOrd="1" destOrd="0" presId="urn:microsoft.com/office/officeart/2005/8/layout/vList2"/>
    <dgm:cxn modelId="{BC53C17C-0A40-4E6D-B4FD-3BDAF5C27958}" type="presParOf" srcId="{D218DFEC-D094-4FB4-AFBD-9B2F6A910129}" destId="{AC1AAEFD-E347-43BB-973D-DD4ADFABB426}" srcOrd="2" destOrd="0" presId="urn:microsoft.com/office/officeart/2005/8/layout/vList2"/>
    <dgm:cxn modelId="{6D0ACBCD-DDA0-47D9-BA23-C0DF516D75C8}" type="presParOf" srcId="{D218DFEC-D094-4FB4-AFBD-9B2F6A910129}" destId="{C9414E71-A30D-4873-9FEB-DB34CE23A75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9389927-20D4-48E9-B17E-C78CEC0E987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20C47F-AD8E-429C-A347-B943D622D879}">
      <dgm:prSet/>
      <dgm:spPr/>
      <dgm:t>
        <a:bodyPr/>
        <a:lstStyle/>
        <a:p>
          <a:pPr>
            <a:defRPr b="1"/>
          </a:pPr>
          <a:r>
            <a:rPr lang="en-US"/>
            <a:t>Lower computer costs</a:t>
          </a:r>
        </a:p>
      </dgm:t>
    </dgm:pt>
    <dgm:pt modelId="{C6EDA9A0-1961-4D74-ACB2-316ABF0E9A93}" type="parTrans" cxnId="{390B6330-8FDF-448D-88D2-78B81F3709A0}">
      <dgm:prSet/>
      <dgm:spPr/>
      <dgm:t>
        <a:bodyPr/>
        <a:lstStyle/>
        <a:p>
          <a:endParaRPr lang="en-US"/>
        </a:p>
      </dgm:t>
    </dgm:pt>
    <dgm:pt modelId="{990A29C6-C28D-4DAD-A0A0-BECFC878FD24}" type="sibTrans" cxnId="{390B6330-8FDF-448D-88D2-78B81F3709A0}">
      <dgm:prSet/>
      <dgm:spPr/>
      <dgm:t>
        <a:bodyPr/>
        <a:lstStyle/>
        <a:p>
          <a:endParaRPr lang="en-US"/>
        </a:p>
      </dgm:t>
    </dgm:pt>
    <dgm:pt modelId="{5B0CC05E-483E-4FDC-BB11-46DA8F58F667}">
      <dgm:prSet/>
      <dgm:spPr/>
      <dgm:t>
        <a:bodyPr/>
        <a:lstStyle/>
        <a:p>
          <a:r>
            <a:rPr lang="en-US" dirty="0"/>
            <a:t>No need of a high-powered and high-priced computer to run cloud computing's web-based applications</a:t>
          </a:r>
        </a:p>
      </dgm:t>
    </dgm:pt>
    <dgm:pt modelId="{792CEF87-5FB2-41FE-BB8E-E2A8E4A7417F}" type="parTrans" cxnId="{B7D2B876-FDC9-4D3D-B558-F6AA9F3B638F}">
      <dgm:prSet/>
      <dgm:spPr/>
      <dgm:t>
        <a:bodyPr/>
        <a:lstStyle/>
        <a:p>
          <a:endParaRPr lang="en-US"/>
        </a:p>
      </dgm:t>
    </dgm:pt>
    <dgm:pt modelId="{ED082173-AA7B-4889-8319-BACAF7711A66}" type="sibTrans" cxnId="{B7D2B876-FDC9-4D3D-B558-F6AA9F3B638F}">
      <dgm:prSet/>
      <dgm:spPr/>
      <dgm:t>
        <a:bodyPr/>
        <a:lstStyle/>
        <a:p>
          <a:endParaRPr lang="en-US"/>
        </a:p>
      </dgm:t>
    </dgm:pt>
    <dgm:pt modelId="{99227D39-C211-4711-B07F-55CE7D1A047F}">
      <dgm:prSet/>
      <dgm:spPr/>
      <dgm:t>
        <a:bodyPr/>
        <a:lstStyle/>
        <a:p>
          <a:pPr>
            <a:defRPr b="1"/>
          </a:pPr>
          <a:r>
            <a:rPr lang="en-US"/>
            <a:t>Improved performance</a:t>
          </a:r>
        </a:p>
      </dgm:t>
    </dgm:pt>
    <dgm:pt modelId="{9325C31A-4C91-42C7-899E-1AF4DE9F706E}" type="parTrans" cxnId="{3FFD5564-83B8-4A71-8A59-995CA7C02596}">
      <dgm:prSet/>
      <dgm:spPr/>
      <dgm:t>
        <a:bodyPr/>
        <a:lstStyle/>
        <a:p>
          <a:endParaRPr lang="en-US"/>
        </a:p>
      </dgm:t>
    </dgm:pt>
    <dgm:pt modelId="{0672FF3B-CB6E-44B2-8E3D-F84AF48316DD}" type="sibTrans" cxnId="{3FFD5564-83B8-4A71-8A59-995CA7C02596}">
      <dgm:prSet/>
      <dgm:spPr/>
      <dgm:t>
        <a:bodyPr/>
        <a:lstStyle/>
        <a:p>
          <a:endParaRPr lang="en-US"/>
        </a:p>
      </dgm:t>
    </dgm:pt>
    <dgm:pt modelId="{1A994A36-2562-43D6-80DA-E4F1D5E1C7AB}">
      <dgm:prSet/>
      <dgm:spPr/>
      <dgm:t>
        <a:bodyPr/>
        <a:lstStyle/>
        <a:p>
          <a:r>
            <a:rPr lang="en-US" dirty="0"/>
            <a:t>Cloud computing system boot and run faster because they have fewer programs and processes loaded into memory</a:t>
          </a:r>
        </a:p>
      </dgm:t>
    </dgm:pt>
    <dgm:pt modelId="{40C8F202-FDAD-427F-B6AA-A66706F90C24}" type="parTrans" cxnId="{153B6163-72A9-43EE-88D7-2D65126B073E}">
      <dgm:prSet/>
      <dgm:spPr/>
      <dgm:t>
        <a:bodyPr/>
        <a:lstStyle/>
        <a:p>
          <a:endParaRPr lang="en-US"/>
        </a:p>
      </dgm:t>
    </dgm:pt>
    <dgm:pt modelId="{5FAD1625-441F-45F0-A2B1-0197A98DA35E}" type="sibTrans" cxnId="{153B6163-72A9-43EE-88D7-2D65126B073E}">
      <dgm:prSet/>
      <dgm:spPr/>
      <dgm:t>
        <a:bodyPr/>
        <a:lstStyle/>
        <a:p>
          <a:endParaRPr lang="en-US"/>
        </a:p>
      </dgm:t>
    </dgm:pt>
    <dgm:pt modelId="{CE048602-FC99-44DE-94A0-A6005BDE6C46}">
      <dgm:prSet/>
      <dgm:spPr/>
      <dgm:t>
        <a:bodyPr/>
        <a:lstStyle/>
        <a:p>
          <a:pPr>
            <a:defRPr b="1"/>
          </a:pPr>
          <a:r>
            <a:rPr lang="en-US"/>
            <a:t>Reduced software costs</a:t>
          </a:r>
        </a:p>
      </dgm:t>
    </dgm:pt>
    <dgm:pt modelId="{198A23FF-677F-4520-8862-D4B0828F744C}" type="parTrans" cxnId="{E7F159B5-813E-413E-9637-F9A3245D0343}">
      <dgm:prSet/>
      <dgm:spPr/>
      <dgm:t>
        <a:bodyPr/>
        <a:lstStyle/>
        <a:p>
          <a:endParaRPr lang="en-US"/>
        </a:p>
      </dgm:t>
    </dgm:pt>
    <dgm:pt modelId="{FD6DE0D3-EA49-46C3-A395-EB5EF77FAF94}" type="sibTrans" cxnId="{E7F159B5-813E-413E-9637-F9A3245D0343}">
      <dgm:prSet/>
      <dgm:spPr/>
      <dgm:t>
        <a:bodyPr/>
        <a:lstStyle/>
        <a:p>
          <a:endParaRPr lang="en-US"/>
        </a:p>
      </dgm:t>
    </dgm:pt>
    <dgm:pt modelId="{9BFC9A0D-94B7-4548-BD1B-2D45CC1ADAE9}">
      <dgm:prSet/>
      <dgm:spPr/>
      <dgm:t>
        <a:bodyPr/>
        <a:lstStyle/>
        <a:p>
          <a:pPr algn="just"/>
          <a:r>
            <a:rPr lang="en-US" dirty="0"/>
            <a:t>No need to purchase expensive software applications</a:t>
          </a:r>
        </a:p>
      </dgm:t>
    </dgm:pt>
    <dgm:pt modelId="{EE37BDAE-0857-4838-904B-72C1B8F9044C}" type="parTrans" cxnId="{AC30F45E-0E79-4CD0-9E7C-753DBE5A71B0}">
      <dgm:prSet/>
      <dgm:spPr/>
      <dgm:t>
        <a:bodyPr/>
        <a:lstStyle/>
        <a:p>
          <a:endParaRPr lang="en-US"/>
        </a:p>
      </dgm:t>
    </dgm:pt>
    <dgm:pt modelId="{1205533F-03A1-4610-8029-9B0ADCCA6822}" type="sibTrans" cxnId="{AC30F45E-0E79-4CD0-9E7C-753DBE5A71B0}">
      <dgm:prSet/>
      <dgm:spPr/>
      <dgm:t>
        <a:bodyPr/>
        <a:lstStyle/>
        <a:p>
          <a:endParaRPr lang="en-US"/>
        </a:p>
      </dgm:t>
    </dgm:pt>
    <dgm:pt modelId="{786C825A-9614-4E58-ADF1-0FEB36E853DF}" type="pres">
      <dgm:prSet presAssocID="{29389927-20D4-48E9-B17E-C78CEC0E9876}" presName="root" presStyleCnt="0">
        <dgm:presLayoutVars>
          <dgm:dir/>
          <dgm:resizeHandles val="exact"/>
        </dgm:presLayoutVars>
      </dgm:prSet>
      <dgm:spPr/>
    </dgm:pt>
    <dgm:pt modelId="{1A67238D-D996-4525-AE9E-EBC4E4281BCB}" type="pres">
      <dgm:prSet presAssocID="{F020C47F-AD8E-429C-A347-B943D622D879}" presName="compNode" presStyleCnt="0"/>
      <dgm:spPr/>
    </dgm:pt>
    <dgm:pt modelId="{AB46AD97-6B21-4C7B-A41A-0D374C920C57}" type="pres">
      <dgm:prSet presAssocID="{F020C47F-AD8E-429C-A347-B943D622D87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90B93A2B-C0B4-4DB5-B213-65326B02AC33}" type="pres">
      <dgm:prSet presAssocID="{F020C47F-AD8E-429C-A347-B943D622D879}" presName="iconSpace" presStyleCnt="0"/>
      <dgm:spPr/>
    </dgm:pt>
    <dgm:pt modelId="{DFE248A5-FD32-4FE9-BF9E-CBFE9C0E95AA}" type="pres">
      <dgm:prSet presAssocID="{F020C47F-AD8E-429C-A347-B943D622D879}" presName="parTx" presStyleLbl="revTx" presStyleIdx="0" presStyleCnt="6">
        <dgm:presLayoutVars>
          <dgm:chMax val="0"/>
          <dgm:chPref val="0"/>
        </dgm:presLayoutVars>
      </dgm:prSet>
      <dgm:spPr/>
    </dgm:pt>
    <dgm:pt modelId="{A5F35C0F-6CA7-484A-90BE-7A9E9499D5D9}" type="pres">
      <dgm:prSet presAssocID="{F020C47F-AD8E-429C-A347-B943D622D879}" presName="txSpace" presStyleCnt="0"/>
      <dgm:spPr/>
    </dgm:pt>
    <dgm:pt modelId="{5688C495-795D-4FEE-A5BC-E663D496E725}" type="pres">
      <dgm:prSet presAssocID="{F020C47F-AD8E-429C-A347-B943D622D879}" presName="desTx" presStyleLbl="revTx" presStyleIdx="1" presStyleCnt="6">
        <dgm:presLayoutVars/>
      </dgm:prSet>
      <dgm:spPr/>
    </dgm:pt>
    <dgm:pt modelId="{D50EE441-D8DC-4107-855E-E9F4D26699FD}" type="pres">
      <dgm:prSet presAssocID="{990A29C6-C28D-4DAD-A0A0-BECFC878FD24}" presName="sibTrans" presStyleCnt="0"/>
      <dgm:spPr/>
    </dgm:pt>
    <dgm:pt modelId="{72FC598D-509E-4DA2-AF68-BB82380EC8D3}" type="pres">
      <dgm:prSet presAssocID="{99227D39-C211-4711-B07F-55CE7D1A047F}" presName="compNode" presStyleCnt="0"/>
      <dgm:spPr/>
    </dgm:pt>
    <dgm:pt modelId="{E3EEB11A-5B46-4FE7-923D-BC40A5081BE0}" type="pres">
      <dgm:prSet presAssocID="{99227D39-C211-4711-B07F-55CE7D1A047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AF4F650-9FE3-41B7-86D1-FA4B6999E6F3}" type="pres">
      <dgm:prSet presAssocID="{99227D39-C211-4711-B07F-55CE7D1A047F}" presName="iconSpace" presStyleCnt="0"/>
      <dgm:spPr/>
    </dgm:pt>
    <dgm:pt modelId="{73B9A401-00EA-4357-B6CF-ABB55D8527DD}" type="pres">
      <dgm:prSet presAssocID="{99227D39-C211-4711-B07F-55CE7D1A047F}" presName="parTx" presStyleLbl="revTx" presStyleIdx="2" presStyleCnt="6">
        <dgm:presLayoutVars>
          <dgm:chMax val="0"/>
          <dgm:chPref val="0"/>
        </dgm:presLayoutVars>
      </dgm:prSet>
      <dgm:spPr/>
    </dgm:pt>
    <dgm:pt modelId="{7C8E1485-488E-4BFE-8DCD-CFD8AC262FD8}" type="pres">
      <dgm:prSet presAssocID="{99227D39-C211-4711-B07F-55CE7D1A047F}" presName="txSpace" presStyleCnt="0"/>
      <dgm:spPr/>
    </dgm:pt>
    <dgm:pt modelId="{5568FC4D-2A02-43AF-8934-EFDEA9B9DC6E}" type="pres">
      <dgm:prSet presAssocID="{99227D39-C211-4711-B07F-55CE7D1A047F}" presName="desTx" presStyleLbl="revTx" presStyleIdx="3" presStyleCnt="6">
        <dgm:presLayoutVars/>
      </dgm:prSet>
      <dgm:spPr/>
    </dgm:pt>
    <dgm:pt modelId="{9441B4AA-3793-41AB-AC3C-21F91DECCCA2}" type="pres">
      <dgm:prSet presAssocID="{0672FF3B-CB6E-44B2-8E3D-F84AF48316DD}" presName="sibTrans" presStyleCnt="0"/>
      <dgm:spPr/>
    </dgm:pt>
    <dgm:pt modelId="{37859611-09FC-4720-BE64-9B82A5B418E3}" type="pres">
      <dgm:prSet presAssocID="{CE048602-FC99-44DE-94A0-A6005BDE6C46}" presName="compNode" presStyleCnt="0"/>
      <dgm:spPr/>
    </dgm:pt>
    <dgm:pt modelId="{22CEB5F0-51B4-449B-8DE3-9D76CEDD03C8}" type="pres">
      <dgm:prSet presAssocID="{CE048602-FC99-44DE-94A0-A6005BDE6C4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5772FB1-955F-429D-AE33-F0BBFE84D32C}" type="pres">
      <dgm:prSet presAssocID="{CE048602-FC99-44DE-94A0-A6005BDE6C46}" presName="iconSpace" presStyleCnt="0"/>
      <dgm:spPr/>
    </dgm:pt>
    <dgm:pt modelId="{6813267B-0051-49B8-AC74-7A660DC1124F}" type="pres">
      <dgm:prSet presAssocID="{CE048602-FC99-44DE-94A0-A6005BDE6C46}" presName="parTx" presStyleLbl="revTx" presStyleIdx="4" presStyleCnt="6">
        <dgm:presLayoutVars>
          <dgm:chMax val="0"/>
          <dgm:chPref val="0"/>
        </dgm:presLayoutVars>
      </dgm:prSet>
      <dgm:spPr/>
    </dgm:pt>
    <dgm:pt modelId="{C6DCC242-97B1-486E-A6DC-8CE782364E0E}" type="pres">
      <dgm:prSet presAssocID="{CE048602-FC99-44DE-94A0-A6005BDE6C46}" presName="txSpace" presStyleCnt="0"/>
      <dgm:spPr/>
    </dgm:pt>
    <dgm:pt modelId="{EB8D88FA-2050-4DED-95F6-7622A916DE7E}" type="pres">
      <dgm:prSet presAssocID="{CE048602-FC99-44DE-94A0-A6005BDE6C46}" presName="desTx" presStyleLbl="revTx" presStyleIdx="5" presStyleCnt="6">
        <dgm:presLayoutVars/>
      </dgm:prSet>
      <dgm:spPr/>
    </dgm:pt>
  </dgm:ptLst>
  <dgm:cxnLst>
    <dgm:cxn modelId="{390B6330-8FDF-448D-88D2-78B81F3709A0}" srcId="{29389927-20D4-48E9-B17E-C78CEC0E9876}" destId="{F020C47F-AD8E-429C-A347-B943D622D879}" srcOrd="0" destOrd="0" parTransId="{C6EDA9A0-1961-4D74-ACB2-316ABF0E9A93}" sibTransId="{990A29C6-C28D-4DAD-A0A0-BECFC878FD24}"/>
    <dgm:cxn modelId="{AC30F45E-0E79-4CD0-9E7C-753DBE5A71B0}" srcId="{CE048602-FC99-44DE-94A0-A6005BDE6C46}" destId="{9BFC9A0D-94B7-4548-BD1B-2D45CC1ADAE9}" srcOrd="0" destOrd="0" parTransId="{EE37BDAE-0857-4838-904B-72C1B8F9044C}" sibTransId="{1205533F-03A1-4610-8029-9B0ADCCA6822}"/>
    <dgm:cxn modelId="{153B6163-72A9-43EE-88D7-2D65126B073E}" srcId="{99227D39-C211-4711-B07F-55CE7D1A047F}" destId="{1A994A36-2562-43D6-80DA-E4F1D5E1C7AB}" srcOrd="0" destOrd="0" parTransId="{40C8F202-FDAD-427F-B6AA-A66706F90C24}" sibTransId="{5FAD1625-441F-45F0-A2B1-0197A98DA35E}"/>
    <dgm:cxn modelId="{C02F0464-7D52-4202-85BC-5B17C9392777}" type="presOf" srcId="{F020C47F-AD8E-429C-A347-B943D622D879}" destId="{DFE248A5-FD32-4FE9-BF9E-CBFE9C0E95AA}" srcOrd="0" destOrd="0" presId="urn:microsoft.com/office/officeart/2018/5/layout/CenteredIconLabelDescriptionList"/>
    <dgm:cxn modelId="{3FFD5564-83B8-4A71-8A59-995CA7C02596}" srcId="{29389927-20D4-48E9-B17E-C78CEC0E9876}" destId="{99227D39-C211-4711-B07F-55CE7D1A047F}" srcOrd="1" destOrd="0" parTransId="{9325C31A-4C91-42C7-899E-1AF4DE9F706E}" sibTransId="{0672FF3B-CB6E-44B2-8E3D-F84AF48316DD}"/>
    <dgm:cxn modelId="{A9F3D84E-450D-4BFC-919A-E42F01B4C7EF}" type="presOf" srcId="{9BFC9A0D-94B7-4548-BD1B-2D45CC1ADAE9}" destId="{EB8D88FA-2050-4DED-95F6-7622A916DE7E}" srcOrd="0" destOrd="0" presId="urn:microsoft.com/office/officeart/2018/5/layout/CenteredIconLabelDescriptionList"/>
    <dgm:cxn modelId="{5675A973-DFC6-49A4-B7DB-9C4580A350C9}" type="presOf" srcId="{5B0CC05E-483E-4FDC-BB11-46DA8F58F667}" destId="{5688C495-795D-4FEE-A5BC-E663D496E725}" srcOrd="0" destOrd="0" presId="urn:microsoft.com/office/officeart/2018/5/layout/CenteredIconLabelDescriptionList"/>
    <dgm:cxn modelId="{B7D2B876-FDC9-4D3D-B558-F6AA9F3B638F}" srcId="{F020C47F-AD8E-429C-A347-B943D622D879}" destId="{5B0CC05E-483E-4FDC-BB11-46DA8F58F667}" srcOrd="0" destOrd="0" parTransId="{792CEF87-5FB2-41FE-BB8E-E2A8E4A7417F}" sibTransId="{ED082173-AA7B-4889-8319-BACAF7711A66}"/>
    <dgm:cxn modelId="{74449477-C9A0-441E-A0F9-3FE6BFA02C91}" type="presOf" srcId="{29389927-20D4-48E9-B17E-C78CEC0E9876}" destId="{786C825A-9614-4E58-ADF1-0FEB36E853DF}" srcOrd="0" destOrd="0" presId="urn:microsoft.com/office/officeart/2018/5/layout/CenteredIconLabelDescriptionList"/>
    <dgm:cxn modelId="{1BA00A59-E4E0-4A08-A7D3-6B2ED3B9B0F4}" type="presOf" srcId="{99227D39-C211-4711-B07F-55CE7D1A047F}" destId="{73B9A401-00EA-4357-B6CF-ABB55D8527DD}" srcOrd="0" destOrd="0" presId="urn:microsoft.com/office/officeart/2018/5/layout/CenteredIconLabelDescriptionList"/>
    <dgm:cxn modelId="{E7F159B5-813E-413E-9637-F9A3245D0343}" srcId="{29389927-20D4-48E9-B17E-C78CEC0E9876}" destId="{CE048602-FC99-44DE-94A0-A6005BDE6C46}" srcOrd="2" destOrd="0" parTransId="{198A23FF-677F-4520-8862-D4B0828F744C}" sibTransId="{FD6DE0D3-EA49-46C3-A395-EB5EF77FAF94}"/>
    <dgm:cxn modelId="{B9D0D6D0-B801-4A80-B208-D26E5ACF8D41}" type="presOf" srcId="{1A994A36-2562-43D6-80DA-E4F1D5E1C7AB}" destId="{5568FC4D-2A02-43AF-8934-EFDEA9B9DC6E}" srcOrd="0" destOrd="0" presId="urn:microsoft.com/office/officeart/2018/5/layout/CenteredIconLabelDescriptionList"/>
    <dgm:cxn modelId="{F9484BD2-086B-4FF6-BF85-079ECED005F7}" type="presOf" srcId="{CE048602-FC99-44DE-94A0-A6005BDE6C46}" destId="{6813267B-0051-49B8-AC74-7A660DC1124F}" srcOrd="0" destOrd="0" presId="urn:microsoft.com/office/officeart/2018/5/layout/CenteredIconLabelDescriptionList"/>
    <dgm:cxn modelId="{F5479686-B719-4936-BDA3-8CF1F75C9BC3}" type="presParOf" srcId="{786C825A-9614-4E58-ADF1-0FEB36E853DF}" destId="{1A67238D-D996-4525-AE9E-EBC4E4281BCB}" srcOrd="0" destOrd="0" presId="urn:microsoft.com/office/officeart/2018/5/layout/CenteredIconLabelDescriptionList"/>
    <dgm:cxn modelId="{2CDD78B5-7CD3-4F25-B353-5E223C2F7A07}" type="presParOf" srcId="{1A67238D-D996-4525-AE9E-EBC4E4281BCB}" destId="{AB46AD97-6B21-4C7B-A41A-0D374C920C57}" srcOrd="0" destOrd="0" presId="urn:microsoft.com/office/officeart/2018/5/layout/CenteredIconLabelDescriptionList"/>
    <dgm:cxn modelId="{D3760988-396A-498D-8D87-C8A9DC2A4E80}" type="presParOf" srcId="{1A67238D-D996-4525-AE9E-EBC4E4281BCB}" destId="{90B93A2B-C0B4-4DB5-B213-65326B02AC33}" srcOrd="1" destOrd="0" presId="urn:microsoft.com/office/officeart/2018/5/layout/CenteredIconLabelDescriptionList"/>
    <dgm:cxn modelId="{F8B2AB76-FBEA-4A2D-BA1B-C2ACB915072F}" type="presParOf" srcId="{1A67238D-D996-4525-AE9E-EBC4E4281BCB}" destId="{DFE248A5-FD32-4FE9-BF9E-CBFE9C0E95AA}" srcOrd="2" destOrd="0" presId="urn:microsoft.com/office/officeart/2018/5/layout/CenteredIconLabelDescriptionList"/>
    <dgm:cxn modelId="{D990C393-CC45-4446-B2FE-A3E1FC2CC7CB}" type="presParOf" srcId="{1A67238D-D996-4525-AE9E-EBC4E4281BCB}" destId="{A5F35C0F-6CA7-484A-90BE-7A9E9499D5D9}" srcOrd="3" destOrd="0" presId="urn:microsoft.com/office/officeart/2018/5/layout/CenteredIconLabelDescriptionList"/>
    <dgm:cxn modelId="{B79B9E43-C022-49E7-BF9D-017135044F62}" type="presParOf" srcId="{1A67238D-D996-4525-AE9E-EBC4E4281BCB}" destId="{5688C495-795D-4FEE-A5BC-E663D496E725}" srcOrd="4" destOrd="0" presId="urn:microsoft.com/office/officeart/2018/5/layout/CenteredIconLabelDescriptionList"/>
    <dgm:cxn modelId="{DA136F15-BBF7-44A6-A2E4-28011220D659}" type="presParOf" srcId="{786C825A-9614-4E58-ADF1-0FEB36E853DF}" destId="{D50EE441-D8DC-4107-855E-E9F4D26699FD}" srcOrd="1" destOrd="0" presId="urn:microsoft.com/office/officeart/2018/5/layout/CenteredIconLabelDescriptionList"/>
    <dgm:cxn modelId="{3E249A68-D743-490E-90A2-D816A8B9EC68}" type="presParOf" srcId="{786C825A-9614-4E58-ADF1-0FEB36E853DF}" destId="{72FC598D-509E-4DA2-AF68-BB82380EC8D3}" srcOrd="2" destOrd="0" presId="urn:microsoft.com/office/officeart/2018/5/layout/CenteredIconLabelDescriptionList"/>
    <dgm:cxn modelId="{04546D46-1BF9-41A3-8106-D921D67FF8F0}" type="presParOf" srcId="{72FC598D-509E-4DA2-AF68-BB82380EC8D3}" destId="{E3EEB11A-5B46-4FE7-923D-BC40A5081BE0}" srcOrd="0" destOrd="0" presId="urn:microsoft.com/office/officeart/2018/5/layout/CenteredIconLabelDescriptionList"/>
    <dgm:cxn modelId="{20139E7A-29DC-4902-9FB8-A019FCC91DC1}" type="presParOf" srcId="{72FC598D-509E-4DA2-AF68-BB82380EC8D3}" destId="{1AF4F650-9FE3-41B7-86D1-FA4B6999E6F3}" srcOrd="1" destOrd="0" presId="urn:microsoft.com/office/officeart/2018/5/layout/CenteredIconLabelDescriptionList"/>
    <dgm:cxn modelId="{19AA73E1-16D4-408D-B957-EAEEAD7B2F3B}" type="presParOf" srcId="{72FC598D-509E-4DA2-AF68-BB82380EC8D3}" destId="{73B9A401-00EA-4357-B6CF-ABB55D8527DD}" srcOrd="2" destOrd="0" presId="urn:microsoft.com/office/officeart/2018/5/layout/CenteredIconLabelDescriptionList"/>
    <dgm:cxn modelId="{C517F96D-DB0E-415F-AA00-730F68BDA5EB}" type="presParOf" srcId="{72FC598D-509E-4DA2-AF68-BB82380EC8D3}" destId="{7C8E1485-488E-4BFE-8DCD-CFD8AC262FD8}" srcOrd="3" destOrd="0" presId="urn:microsoft.com/office/officeart/2018/5/layout/CenteredIconLabelDescriptionList"/>
    <dgm:cxn modelId="{0B099B07-BEB3-4ACA-B3CA-D0A3D326529E}" type="presParOf" srcId="{72FC598D-509E-4DA2-AF68-BB82380EC8D3}" destId="{5568FC4D-2A02-43AF-8934-EFDEA9B9DC6E}" srcOrd="4" destOrd="0" presId="urn:microsoft.com/office/officeart/2018/5/layout/CenteredIconLabelDescriptionList"/>
    <dgm:cxn modelId="{47C37DE8-A5BE-4EE8-92B5-C9BF4278E5D0}" type="presParOf" srcId="{786C825A-9614-4E58-ADF1-0FEB36E853DF}" destId="{9441B4AA-3793-41AB-AC3C-21F91DECCCA2}" srcOrd="3" destOrd="0" presId="urn:microsoft.com/office/officeart/2018/5/layout/CenteredIconLabelDescriptionList"/>
    <dgm:cxn modelId="{94BB3B84-CF81-4305-B292-02BA66E85A72}" type="presParOf" srcId="{786C825A-9614-4E58-ADF1-0FEB36E853DF}" destId="{37859611-09FC-4720-BE64-9B82A5B418E3}" srcOrd="4" destOrd="0" presId="urn:microsoft.com/office/officeart/2018/5/layout/CenteredIconLabelDescriptionList"/>
    <dgm:cxn modelId="{FA283C71-C0A5-4E05-9930-8FF6976160B7}" type="presParOf" srcId="{37859611-09FC-4720-BE64-9B82A5B418E3}" destId="{22CEB5F0-51B4-449B-8DE3-9D76CEDD03C8}" srcOrd="0" destOrd="0" presId="urn:microsoft.com/office/officeart/2018/5/layout/CenteredIconLabelDescriptionList"/>
    <dgm:cxn modelId="{DC4A459B-4F07-4C56-ABC4-CD781B688502}" type="presParOf" srcId="{37859611-09FC-4720-BE64-9B82A5B418E3}" destId="{D5772FB1-955F-429D-AE33-F0BBFE84D32C}" srcOrd="1" destOrd="0" presId="urn:microsoft.com/office/officeart/2018/5/layout/CenteredIconLabelDescriptionList"/>
    <dgm:cxn modelId="{90934C7B-BC7C-42BD-9CC1-D6A09B800995}" type="presParOf" srcId="{37859611-09FC-4720-BE64-9B82A5B418E3}" destId="{6813267B-0051-49B8-AC74-7A660DC1124F}" srcOrd="2" destOrd="0" presId="urn:microsoft.com/office/officeart/2018/5/layout/CenteredIconLabelDescriptionList"/>
    <dgm:cxn modelId="{8EF5B856-DA42-4203-A24E-2E1A9880C919}" type="presParOf" srcId="{37859611-09FC-4720-BE64-9B82A5B418E3}" destId="{C6DCC242-97B1-486E-A6DC-8CE782364E0E}" srcOrd="3" destOrd="0" presId="urn:microsoft.com/office/officeart/2018/5/layout/CenteredIconLabelDescriptionList"/>
    <dgm:cxn modelId="{6FE30C45-4D6B-4208-97C6-20C9911F45FB}" type="presParOf" srcId="{37859611-09FC-4720-BE64-9B82A5B418E3}" destId="{EB8D88FA-2050-4DED-95F6-7622A916DE7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C4C3C85-4F39-474F-A56D-D1BE905F2C3B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8866863-3AD1-4799-A765-53346299FC8D}">
      <dgm:prSet/>
      <dgm:spPr/>
      <dgm:t>
        <a:bodyPr/>
        <a:lstStyle/>
        <a:p>
          <a:r>
            <a:rPr lang="en-US"/>
            <a:t>Instant software updates</a:t>
          </a:r>
        </a:p>
      </dgm:t>
    </dgm:pt>
    <dgm:pt modelId="{0F352D88-DDC4-4686-895D-FBC9B58A24E6}" type="parTrans" cxnId="{B21DB444-72B8-44CD-93F7-3D8F27DECDB9}">
      <dgm:prSet/>
      <dgm:spPr/>
      <dgm:t>
        <a:bodyPr/>
        <a:lstStyle/>
        <a:p>
          <a:endParaRPr lang="en-US"/>
        </a:p>
      </dgm:t>
    </dgm:pt>
    <dgm:pt modelId="{16877FDB-794D-49A8-9A26-18E0A0F7F713}" type="sibTrans" cxnId="{B21DB444-72B8-44CD-93F7-3D8F27DECDB9}">
      <dgm:prSet/>
      <dgm:spPr/>
      <dgm:t>
        <a:bodyPr/>
        <a:lstStyle/>
        <a:p>
          <a:endParaRPr lang="en-US"/>
        </a:p>
      </dgm:t>
    </dgm:pt>
    <dgm:pt modelId="{25746166-E193-43E8-8C1C-EF53900B2BF3}">
      <dgm:prSet/>
      <dgm:spPr/>
      <dgm:t>
        <a:bodyPr/>
        <a:lstStyle/>
        <a:p>
          <a:r>
            <a:rPr lang="en-US"/>
            <a:t>Unlimited storage capacity</a:t>
          </a:r>
        </a:p>
      </dgm:t>
    </dgm:pt>
    <dgm:pt modelId="{E8B46774-8134-4479-B097-9B9CFD8EC242}" type="parTrans" cxnId="{73CD1B5C-4F14-495B-B53A-F2740FB05338}">
      <dgm:prSet/>
      <dgm:spPr/>
      <dgm:t>
        <a:bodyPr/>
        <a:lstStyle/>
        <a:p>
          <a:endParaRPr lang="en-US"/>
        </a:p>
      </dgm:t>
    </dgm:pt>
    <dgm:pt modelId="{4EDFD0E1-B882-4C7F-9E49-B4156B7A3371}" type="sibTrans" cxnId="{73CD1B5C-4F14-495B-B53A-F2740FB05338}">
      <dgm:prSet/>
      <dgm:spPr/>
      <dgm:t>
        <a:bodyPr/>
        <a:lstStyle/>
        <a:p>
          <a:endParaRPr lang="en-US"/>
        </a:p>
      </dgm:t>
    </dgm:pt>
    <dgm:pt modelId="{92232E5A-4EFC-48B4-ABCE-F2C8BCD4B276}">
      <dgm:prSet/>
      <dgm:spPr/>
      <dgm:t>
        <a:bodyPr/>
        <a:lstStyle/>
        <a:p>
          <a:r>
            <a:rPr lang="en-US"/>
            <a:t>Increased data reliability (crash of hard drive destroy valuable data)</a:t>
          </a:r>
        </a:p>
      </dgm:t>
    </dgm:pt>
    <dgm:pt modelId="{882B03D6-7440-4268-A410-8342B1AE9EF9}" type="parTrans" cxnId="{CA972AEB-0DA1-4232-A41C-D32D3511A310}">
      <dgm:prSet/>
      <dgm:spPr/>
      <dgm:t>
        <a:bodyPr/>
        <a:lstStyle/>
        <a:p>
          <a:endParaRPr lang="en-US"/>
        </a:p>
      </dgm:t>
    </dgm:pt>
    <dgm:pt modelId="{8C253270-A46D-4975-A0C5-BC04A56376AA}" type="sibTrans" cxnId="{CA972AEB-0DA1-4232-A41C-D32D3511A310}">
      <dgm:prSet/>
      <dgm:spPr/>
      <dgm:t>
        <a:bodyPr/>
        <a:lstStyle/>
        <a:p>
          <a:endParaRPr lang="en-US"/>
        </a:p>
      </dgm:t>
    </dgm:pt>
    <dgm:pt modelId="{D5E24C9C-AF2B-4A92-B92B-A60FF3E3ADF9}">
      <dgm:prSet/>
      <dgm:spPr/>
      <dgm:t>
        <a:bodyPr/>
        <a:lstStyle/>
        <a:p>
          <a:r>
            <a:rPr lang="en-US"/>
            <a:t>Universal information access</a:t>
          </a:r>
        </a:p>
      </dgm:t>
    </dgm:pt>
    <dgm:pt modelId="{BD195DFD-98E4-4A00-B8A7-0CD90FEA0FFB}" type="parTrans" cxnId="{14E1D65C-58AE-4EAA-A4F5-4439E8DD5561}">
      <dgm:prSet/>
      <dgm:spPr/>
      <dgm:t>
        <a:bodyPr/>
        <a:lstStyle/>
        <a:p>
          <a:endParaRPr lang="en-US"/>
        </a:p>
      </dgm:t>
    </dgm:pt>
    <dgm:pt modelId="{4D6053F8-AFA5-4974-B578-0D4BD5A600E4}" type="sibTrans" cxnId="{14E1D65C-58AE-4EAA-A4F5-4439E8DD5561}">
      <dgm:prSet/>
      <dgm:spPr/>
      <dgm:t>
        <a:bodyPr/>
        <a:lstStyle/>
        <a:p>
          <a:endParaRPr lang="en-US"/>
        </a:p>
      </dgm:t>
    </dgm:pt>
    <dgm:pt modelId="{ADE98CEA-8D40-4139-B5C5-7EADF82EAFDD}">
      <dgm:prSet/>
      <dgm:spPr/>
      <dgm:t>
        <a:bodyPr/>
        <a:lstStyle/>
        <a:p>
          <a:r>
            <a:rPr lang="en-US"/>
            <a:t>Latest version availability</a:t>
          </a:r>
        </a:p>
      </dgm:t>
    </dgm:pt>
    <dgm:pt modelId="{2CD37184-210F-475C-8B72-5247351AAFFC}" type="parTrans" cxnId="{24CC4F69-B8DF-47BD-A86B-8BCBE378737B}">
      <dgm:prSet/>
      <dgm:spPr/>
      <dgm:t>
        <a:bodyPr/>
        <a:lstStyle/>
        <a:p>
          <a:endParaRPr lang="en-US"/>
        </a:p>
      </dgm:t>
    </dgm:pt>
    <dgm:pt modelId="{628193E3-1E11-49EE-ADC8-024F1A2AB748}" type="sibTrans" cxnId="{24CC4F69-B8DF-47BD-A86B-8BCBE378737B}">
      <dgm:prSet/>
      <dgm:spPr/>
      <dgm:t>
        <a:bodyPr/>
        <a:lstStyle/>
        <a:p>
          <a:endParaRPr lang="en-US"/>
        </a:p>
      </dgm:t>
    </dgm:pt>
    <dgm:pt modelId="{C311E6F4-CE9F-49CD-B6A1-112598867FF8}">
      <dgm:prSet/>
      <dgm:spPr/>
      <dgm:t>
        <a:bodyPr/>
        <a:lstStyle/>
        <a:p>
          <a:r>
            <a:rPr lang="en-US"/>
            <a:t>Easier group collaboration</a:t>
          </a:r>
        </a:p>
      </dgm:t>
    </dgm:pt>
    <dgm:pt modelId="{E38FA144-D5A7-41F9-BB20-3CB533B1B49D}" type="parTrans" cxnId="{D166F2D0-49A2-4903-8060-87F48D7DE591}">
      <dgm:prSet/>
      <dgm:spPr/>
      <dgm:t>
        <a:bodyPr/>
        <a:lstStyle/>
        <a:p>
          <a:endParaRPr lang="en-US"/>
        </a:p>
      </dgm:t>
    </dgm:pt>
    <dgm:pt modelId="{FB2951F4-BCA3-4BF4-BFA4-B52E545A1FEC}" type="sibTrans" cxnId="{D166F2D0-49A2-4903-8060-87F48D7DE591}">
      <dgm:prSet/>
      <dgm:spPr/>
      <dgm:t>
        <a:bodyPr/>
        <a:lstStyle/>
        <a:p>
          <a:endParaRPr lang="en-US"/>
        </a:p>
      </dgm:t>
    </dgm:pt>
    <dgm:pt modelId="{FC6044EF-3D95-4D5C-844B-229CF77F8463}">
      <dgm:prSet/>
      <dgm:spPr/>
      <dgm:t>
        <a:bodyPr/>
        <a:lstStyle/>
        <a:p>
          <a:r>
            <a:rPr lang="en-US"/>
            <a:t>Device independence</a:t>
          </a:r>
        </a:p>
      </dgm:t>
    </dgm:pt>
    <dgm:pt modelId="{A441FE37-C8DA-4AB7-A205-D8B729585DF7}" type="parTrans" cxnId="{7175CEE5-3A00-44D3-8BD4-C149D7DB2537}">
      <dgm:prSet/>
      <dgm:spPr/>
      <dgm:t>
        <a:bodyPr/>
        <a:lstStyle/>
        <a:p>
          <a:endParaRPr lang="en-US"/>
        </a:p>
      </dgm:t>
    </dgm:pt>
    <dgm:pt modelId="{95DA561E-2BB2-43FB-A3B7-062C4AF84404}" type="sibTrans" cxnId="{7175CEE5-3A00-44D3-8BD4-C149D7DB2537}">
      <dgm:prSet/>
      <dgm:spPr/>
      <dgm:t>
        <a:bodyPr/>
        <a:lstStyle/>
        <a:p>
          <a:endParaRPr lang="en-US"/>
        </a:p>
      </dgm:t>
    </dgm:pt>
    <dgm:pt modelId="{60F4E413-BF42-4DD4-AB4B-0B5292671286}" type="pres">
      <dgm:prSet presAssocID="{DC4C3C85-4F39-474F-A56D-D1BE905F2C3B}" presName="diagram" presStyleCnt="0">
        <dgm:presLayoutVars>
          <dgm:dir/>
          <dgm:resizeHandles val="exact"/>
        </dgm:presLayoutVars>
      </dgm:prSet>
      <dgm:spPr/>
    </dgm:pt>
    <dgm:pt modelId="{DD8F45FC-41BD-4B54-95A0-F3976AFBAD29}" type="pres">
      <dgm:prSet presAssocID="{08866863-3AD1-4799-A765-53346299FC8D}" presName="node" presStyleLbl="node1" presStyleIdx="0" presStyleCnt="7">
        <dgm:presLayoutVars>
          <dgm:bulletEnabled val="1"/>
        </dgm:presLayoutVars>
      </dgm:prSet>
      <dgm:spPr/>
    </dgm:pt>
    <dgm:pt modelId="{9308A491-BB08-4909-B957-150C6CB748BE}" type="pres">
      <dgm:prSet presAssocID="{16877FDB-794D-49A8-9A26-18E0A0F7F713}" presName="sibTrans" presStyleCnt="0"/>
      <dgm:spPr/>
    </dgm:pt>
    <dgm:pt modelId="{0F8657F9-E350-4D53-BEDA-BE0BB5095260}" type="pres">
      <dgm:prSet presAssocID="{25746166-E193-43E8-8C1C-EF53900B2BF3}" presName="node" presStyleLbl="node1" presStyleIdx="1" presStyleCnt="7">
        <dgm:presLayoutVars>
          <dgm:bulletEnabled val="1"/>
        </dgm:presLayoutVars>
      </dgm:prSet>
      <dgm:spPr/>
    </dgm:pt>
    <dgm:pt modelId="{326C58C9-7AEF-4C0A-B3DA-DBE2B7B78488}" type="pres">
      <dgm:prSet presAssocID="{4EDFD0E1-B882-4C7F-9E49-B4156B7A3371}" presName="sibTrans" presStyleCnt="0"/>
      <dgm:spPr/>
    </dgm:pt>
    <dgm:pt modelId="{9343A04C-35B5-4C73-8C28-EF89A775693B}" type="pres">
      <dgm:prSet presAssocID="{92232E5A-4EFC-48B4-ABCE-F2C8BCD4B276}" presName="node" presStyleLbl="node1" presStyleIdx="2" presStyleCnt="7">
        <dgm:presLayoutVars>
          <dgm:bulletEnabled val="1"/>
        </dgm:presLayoutVars>
      </dgm:prSet>
      <dgm:spPr/>
    </dgm:pt>
    <dgm:pt modelId="{55CC68F6-37AE-4769-B087-90A535AD9A79}" type="pres">
      <dgm:prSet presAssocID="{8C253270-A46D-4975-A0C5-BC04A56376AA}" presName="sibTrans" presStyleCnt="0"/>
      <dgm:spPr/>
    </dgm:pt>
    <dgm:pt modelId="{B839D726-452C-4373-BB53-05BCD977E0F9}" type="pres">
      <dgm:prSet presAssocID="{D5E24C9C-AF2B-4A92-B92B-A60FF3E3ADF9}" presName="node" presStyleLbl="node1" presStyleIdx="3" presStyleCnt="7">
        <dgm:presLayoutVars>
          <dgm:bulletEnabled val="1"/>
        </dgm:presLayoutVars>
      </dgm:prSet>
      <dgm:spPr/>
    </dgm:pt>
    <dgm:pt modelId="{9282D5B6-2B97-4F9D-AA4C-6B2FC13F14FA}" type="pres">
      <dgm:prSet presAssocID="{4D6053F8-AFA5-4974-B578-0D4BD5A600E4}" presName="sibTrans" presStyleCnt="0"/>
      <dgm:spPr/>
    </dgm:pt>
    <dgm:pt modelId="{8E70DEE7-6070-4FCB-827F-A67E3FB0FC68}" type="pres">
      <dgm:prSet presAssocID="{ADE98CEA-8D40-4139-B5C5-7EADF82EAFDD}" presName="node" presStyleLbl="node1" presStyleIdx="4" presStyleCnt="7">
        <dgm:presLayoutVars>
          <dgm:bulletEnabled val="1"/>
        </dgm:presLayoutVars>
      </dgm:prSet>
      <dgm:spPr/>
    </dgm:pt>
    <dgm:pt modelId="{8AF9A89A-65B3-47A1-8C1E-C2D52F72597D}" type="pres">
      <dgm:prSet presAssocID="{628193E3-1E11-49EE-ADC8-024F1A2AB748}" presName="sibTrans" presStyleCnt="0"/>
      <dgm:spPr/>
    </dgm:pt>
    <dgm:pt modelId="{1778985B-0DDA-4CD8-8FEE-895E53A7A725}" type="pres">
      <dgm:prSet presAssocID="{C311E6F4-CE9F-49CD-B6A1-112598867FF8}" presName="node" presStyleLbl="node1" presStyleIdx="5" presStyleCnt="7">
        <dgm:presLayoutVars>
          <dgm:bulletEnabled val="1"/>
        </dgm:presLayoutVars>
      </dgm:prSet>
      <dgm:spPr/>
    </dgm:pt>
    <dgm:pt modelId="{7E13D4C3-A76C-4101-AFF5-0CC99F4B945D}" type="pres">
      <dgm:prSet presAssocID="{FB2951F4-BCA3-4BF4-BFA4-B52E545A1FEC}" presName="sibTrans" presStyleCnt="0"/>
      <dgm:spPr/>
    </dgm:pt>
    <dgm:pt modelId="{2C46D889-185E-4065-9324-59D7D4B024BC}" type="pres">
      <dgm:prSet presAssocID="{FC6044EF-3D95-4D5C-844B-229CF77F8463}" presName="node" presStyleLbl="node1" presStyleIdx="6" presStyleCnt="7">
        <dgm:presLayoutVars>
          <dgm:bulletEnabled val="1"/>
        </dgm:presLayoutVars>
      </dgm:prSet>
      <dgm:spPr/>
    </dgm:pt>
  </dgm:ptLst>
  <dgm:cxnLst>
    <dgm:cxn modelId="{0551CD5B-4A22-4ABF-AD7C-00647EA4CDB2}" type="presOf" srcId="{25746166-E193-43E8-8C1C-EF53900B2BF3}" destId="{0F8657F9-E350-4D53-BEDA-BE0BB5095260}" srcOrd="0" destOrd="0" presId="urn:microsoft.com/office/officeart/2005/8/layout/default"/>
    <dgm:cxn modelId="{73CD1B5C-4F14-495B-B53A-F2740FB05338}" srcId="{DC4C3C85-4F39-474F-A56D-D1BE905F2C3B}" destId="{25746166-E193-43E8-8C1C-EF53900B2BF3}" srcOrd="1" destOrd="0" parTransId="{E8B46774-8134-4479-B097-9B9CFD8EC242}" sibTransId="{4EDFD0E1-B882-4C7F-9E49-B4156B7A3371}"/>
    <dgm:cxn modelId="{14E1D65C-58AE-4EAA-A4F5-4439E8DD5561}" srcId="{DC4C3C85-4F39-474F-A56D-D1BE905F2C3B}" destId="{D5E24C9C-AF2B-4A92-B92B-A60FF3E3ADF9}" srcOrd="3" destOrd="0" parTransId="{BD195DFD-98E4-4A00-B8A7-0CD90FEA0FFB}" sibTransId="{4D6053F8-AFA5-4974-B578-0D4BD5A600E4}"/>
    <dgm:cxn modelId="{3407A561-417F-4B52-B16A-8A5E6C4D0975}" type="presOf" srcId="{92232E5A-4EFC-48B4-ABCE-F2C8BCD4B276}" destId="{9343A04C-35B5-4C73-8C28-EF89A775693B}" srcOrd="0" destOrd="0" presId="urn:microsoft.com/office/officeart/2005/8/layout/default"/>
    <dgm:cxn modelId="{B21DB444-72B8-44CD-93F7-3D8F27DECDB9}" srcId="{DC4C3C85-4F39-474F-A56D-D1BE905F2C3B}" destId="{08866863-3AD1-4799-A765-53346299FC8D}" srcOrd="0" destOrd="0" parTransId="{0F352D88-DDC4-4686-895D-FBC9B58A24E6}" sibTransId="{16877FDB-794D-49A8-9A26-18E0A0F7F713}"/>
    <dgm:cxn modelId="{24CC4F69-B8DF-47BD-A86B-8BCBE378737B}" srcId="{DC4C3C85-4F39-474F-A56D-D1BE905F2C3B}" destId="{ADE98CEA-8D40-4139-B5C5-7EADF82EAFDD}" srcOrd="4" destOrd="0" parTransId="{2CD37184-210F-475C-8B72-5247351AAFFC}" sibTransId="{628193E3-1E11-49EE-ADC8-024F1A2AB748}"/>
    <dgm:cxn modelId="{A575A04A-4E58-4857-A651-500416CB537A}" type="presOf" srcId="{D5E24C9C-AF2B-4A92-B92B-A60FF3E3ADF9}" destId="{B839D726-452C-4373-BB53-05BCD977E0F9}" srcOrd="0" destOrd="0" presId="urn:microsoft.com/office/officeart/2005/8/layout/default"/>
    <dgm:cxn modelId="{F299747E-B314-4D8A-A030-B2AD54615454}" type="presOf" srcId="{FC6044EF-3D95-4D5C-844B-229CF77F8463}" destId="{2C46D889-185E-4065-9324-59D7D4B024BC}" srcOrd="0" destOrd="0" presId="urn:microsoft.com/office/officeart/2005/8/layout/default"/>
    <dgm:cxn modelId="{952A39B7-5C38-4D95-BF6E-D6779494C2AE}" type="presOf" srcId="{ADE98CEA-8D40-4139-B5C5-7EADF82EAFDD}" destId="{8E70DEE7-6070-4FCB-827F-A67E3FB0FC68}" srcOrd="0" destOrd="0" presId="urn:microsoft.com/office/officeart/2005/8/layout/default"/>
    <dgm:cxn modelId="{08701CCC-83C2-4A04-91F1-C27AD7E31BEB}" type="presOf" srcId="{C311E6F4-CE9F-49CD-B6A1-112598867FF8}" destId="{1778985B-0DDA-4CD8-8FEE-895E53A7A725}" srcOrd="0" destOrd="0" presId="urn:microsoft.com/office/officeart/2005/8/layout/default"/>
    <dgm:cxn modelId="{D166F2D0-49A2-4903-8060-87F48D7DE591}" srcId="{DC4C3C85-4F39-474F-A56D-D1BE905F2C3B}" destId="{C311E6F4-CE9F-49CD-B6A1-112598867FF8}" srcOrd="5" destOrd="0" parTransId="{E38FA144-D5A7-41F9-BB20-3CB533B1B49D}" sibTransId="{FB2951F4-BCA3-4BF4-BFA4-B52E545A1FEC}"/>
    <dgm:cxn modelId="{288B99E2-43A5-489D-B241-85F452950A5E}" type="presOf" srcId="{08866863-3AD1-4799-A765-53346299FC8D}" destId="{DD8F45FC-41BD-4B54-95A0-F3976AFBAD29}" srcOrd="0" destOrd="0" presId="urn:microsoft.com/office/officeart/2005/8/layout/default"/>
    <dgm:cxn modelId="{7175CEE5-3A00-44D3-8BD4-C149D7DB2537}" srcId="{DC4C3C85-4F39-474F-A56D-D1BE905F2C3B}" destId="{FC6044EF-3D95-4D5C-844B-229CF77F8463}" srcOrd="6" destOrd="0" parTransId="{A441FE37-C8DA-4AB7-A205-D8B729585DF7}" sibTransId="{95DA561E-2BB2-43FB-A3B7-062C4AF84404}"/>
    <dgm:cxn modelId="{CA972AEB-0DA1-4232-A41C-D32D3511A310}" srcId="{DC4C3C85-4F39-474F-A56D-D1BE905F2C3B}" destId="{92232E5A-4EFC-48B4-ABCE-F2C8BCD4B276}" srcOrd="2" destOrd="0" parTransId="{882B03D6-7440-4268-A410-8342B1AE9EF9}" sibTransId="{8C253270-A46D-4975-A0C5-BC04A56376AA}"/>
    <dgm:cxn modelId="{3668ADF0-FF9E-4BED-9406-575AB4FEC904}" type="presOf" srcId="{DC4C3C85-4F39-474F-A56D-D1BE905F2C3B}" destId="{60F4E413-BF42-4DD4-AB4B-0B5292671286}" srcOrd="0" destOrd="0" presId="urn:microsoft.com/office/officeart/2005/8/layout/default"/>
    <dgm:cxn modelId="{9BBF9955-79AC-4249-A8F3-C60921E2FB7B}" type="presParOf" srcId="{60F4E413-BF42-4DD4-AB4B-0B5292671286}" destId="{DD8F45FC-41BD-4B54-95A0-F3976AFBAD29}" srcOrd="0" destOrd="0" presId="urn:microsoft.com/office/officeart/2005/8/layout/default"/>
    <dgm:cxn modelId="{CB86BBDE-B267-4671-8402-68C0376B7199}" type="presParOf" srcId="{60F4E413-BF42-4DD4-AB4B-0B5292671286}" destId="{9308A491-BB08-4909-B957-150C6CB748BE}" srcOrd="1" destOrd="0" presId="urn:microsoft.com/office/officeart/2005/8/layout/default"/>
    <dgm:cxn modelId="{A4861988-EDE8-4B58-A738-8201D0C0E52B}" type="presParOf" srcId="{60F4E413-BF42-4DD4-AB4B-0B5292671286}" destId="{0F8657F9-E350-4D53-BEDA-BE0BB5095260}" srcOrd="2" destOrd="0" presId="urn:microsoft.com/office/officeart/2005/8/layout/default"/>
    <dgm:cxn modelId="{C8BCEF83-B34D-4E48-8942-F281FF288698}" type="presParOf" srcId="{60F4E413-BF42-4DD4-AB4B-0B5292671286}" destId="{326C58C9-7AEF-4C0A-B3DA-DBE2B7B78488}" srcOrd="3" destOrd="0" presId="urn:microsoft.com/office/officeart/2005/8/layout/default"/>
    <dgm:cxn modelId="{989D2B52-D83C-4755-A8B9-36900ACBE51A}" type="presParOf" srcId="{60F4E413-BF42-4DD4-AB4B-0B5292671286}" destId="{9343A04C-35B5-4C73-8C28-EF89A775693B}" srcOrd="4" destOrd="0" presId="urn:microsoft.com/office/officeart/2005/8/layout/default"/>
    <dgm:cxn modelId="{6E6306AD-83CD-49F1-BB01-7A71B6E81711}" type="presParOf" srcId="{60F4E413-BF42-4DD4-AB4B-0B5292671286}" destId="{55CC68F6-37AE-4769-B087-90A535AD9A79}" srcOrd="5" destOrd="0" presId="urn:microsoft.com/office/officeart/2005/8/layout/default"/>
    <dgm:cxn modelId="{F329A768-F54E-4C84-8C18-A8C9ED5DA0E3}" type="presParOf" srcId="{60F4E413-BF42-4DD4-AB4B-0B5292671286}" destId="{B839D726-452C-4373-BB53-05BCD977E0F9}" srcOrd="6" destOrd="0" presId="urn:microsoft.com/office/officeart/2005/8/layout/default"/>
    <dgm:cxn modelId="{E5A564AC-46B6-4591-A35E-AE85297A9ABF}" type="presParOf" srcId="{60F4E413-BF42-4DD4-AB4B-0B5292671286}" destId="{9282D5B6-2B97-4F9D-AA4C-6B2FC13F14FA}" srcOrd="7" destOrd="0" presId="urn:microsoft.com/office/officeart/2005/8/layout/default"/>
    <dgm:cxn modelId="{D2584672-DB64-4E4E-AF02-82FB93748790}" type="presParOf" srcId="{60F4E413-BF42-4DD4-AB4B-0B5292671286}" destId="{8E70DEE7-6070-4FCB-827F-A67E3FB0FC68}" srcOrd="8" destOrd="0" presId="urn:microsoft.com/office/officeart/2005/8/layout/default"/>
    <dgm:cxn modelId="{A3112E6D-C166-4E0C-9944-56C9E39E56E5}" type="presParOf" srcId="{60F4E413-BF42-4DD4-AB4B-0B5292671286}" destId="{8AF9A89A-65B3-47A1-8C1E-C2D52F72597D}" srcOrd="9" destOrd="0" presId="urn:microsoft.com/office/officeart/2005/8/layout/default"/>
    <dgm:cxn modelId="{632A1769-B07E-4C7D-8EE3-C3E69D8602B7}" type="presParOf" srcId="{60F4E413-BF42-4DD4-AB4B-0B5292671286}" destId="{1778985B-0DDA-4CD8-8FEE-895E53A7A725}" srcOrd="10" destOrd="0" presId="urn:microsoft.com/office/officeart/2005/8/layout/default"/>
    <dgm:cxn modelId="{66E58FEB-9636-47B2-ADB3-3F4889C737BA}" type="presParOf" srcId="{60F4E413-BF42-4DD4-AB4B-0B5292671286}" destId="{7E13D4C3-A76C-4101-AFF5-0CC99F4B945D}" srcOrd="11" destOrd="0" presId="urn:microsoft.com/office/officeart/2005/8/layout/default"/>
    <dgm:cxn modelId="{299BBDEF-7E4A-466C-A169-4686D6A914D9}" type="presParOf" srcId="{60F4E413-BF42-4DD4-AB4B-0B5292671286}" destId="{2C46D889-185E-4065-9324-59D7D4B024BC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100E38F-0060-49FB-BD76-9A47BB6822D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6E7E37F-8C25-4CB9-8A34-C570E705FB32}">
      <dgm:prSet/>
      <dgm:spPr/>
      <dgm:t>
        <a:bodyPr/>
        <a:lstStyle/>
        <a:p>
          <a:pPr>
            <a:defRPr cap="all"/>
          </a:pPr>
          <a:r>
            <a:rPr lang="en-US" b="0" i="0"/>
            <a:t>Thank you!</a:t>
          </a:r>
          <a:endParaRPr lang="en-US"/>
        </a:p>
      </dgm:t>
    </dgm:pt>
    <dgm:pt modelId="{39539474-BA3A-423E-A02D-AADDCF20AA2D}" type="parTrans" cxnId="{74F9EE18-1D20-428B-8C32-6C46FCDED253}">
      <dgm:prSet/>
      <dgm:spPr/>
      <dgm:t>
        <a:bodyPr/>
        <a:lstStyle/>
        <a:p>
          <a:endParaRPr lang="en-US"/>
        </a:p>
      </dgm:t>
    </dgm:pt>
    <dgm:pt modelId="{6F4910C7-696C-4649-B154-FA73F92BA3D3}" type="sibTrans" cxnId="{74F9EE18-1D20-428B-8C32-6C46FCDED253}">
      <dgm:prSet/>
      <dgm:spPr/>
      <dgm:t>
        <a:bodyPr/>
        <a:lstStyle/>
        <a:p>
          <a:endParaRPr lang="en-US"/>
        </a:p>
      </dgm:t>
    </dgm:pt>
    <dgm:pt modelId="{46D9CB3B-EA88-42A6-AD21-2DECD0A75A6B}">
      <dgm:prSet/>
      <dgm:spPr/>
      <dgm:t>
        <a:bodyPr/>
        <a:lstStyle/>
        <a:p>
          <a:pPr>
            <a:defRPr cap="all"/>
          </a:pPr>
          <a:r>
            <a:rPr lang="en-US" b="0" i="0"/>
            <a:t>Any Questions???</a:t>
          </a:r>
          <a:endParaRPr lang="en-US"/>
        </a:p>
      </dgm:t>
    </dgm:pt>
    <dgm:pt modelId="{3BFEEE2F-E09D-42E0-9608-C6044F5A6586}" type="parTrans" cxnId="{22ADD901-3D33-4F90-84E4-DD3CC49C217D}">
      <dgm:prSet/>
      <dgm:spPr/>
      <dgm:t>
        <a:bodyPr/>
        <a:lstStyle/>
        <a:p>
          <a:endParaRPr lang="en-US"/>
        </a:p>
      </dgm:t>
    </dgm:pt>
    <dgm:pt modelId="{F31260FC-6031-47F4-B27B-D9E5C39C6D40}" type="sibTrans" cxnId="{22ADD901-3D33-4F90-84E4-DD3CC49C217D}">
      <dgm:prSet/>
      <dgm:spPr/>
      <dgm:t>
        <a:bodyPr/>
        <a:lstStyle/>
        <a:p>
          <a:endParaRPr lang="en-US"/>
        </a:p>
      </dgm:t>
    </dgm:pt>
    <dgm:pt modelId="{E991125B-B50A-4E5E-B595-F877E453522B}" type="pres">
      <dgm:prSet presAssocID="{8100E38F-0060-49FB-BD76-9A47BB6822D2}" presName="root" presStyleCnt="0">
        <dgm:presLayoutVars>
          <dgm:dir/>
          <dgm:resizeHandles val="exact"/>
        </dgm:presLayoutVars>
      </dgm:prSet>
      <dgm:spPr/>
    </dgm:pt>
    <dgm:pt modelId="{09713660-010E-4381-AF27-2EE0F3E8D403}" type="pres">
      <dgm:prSet presAssocID="{F6E7E37F-8C25-4CB9-8A34-C570E705FB32}" presName="compNode" presStyleCnt="0"/>
      <dgm:spPr/>
    </dgm:pt>
    <dgm:pt modelId="{10E1C2AC-79E8-4826-AA2E-62526CCC995E}" type="pres">
      <dgm:prSet presAssocID="{F6E7E37F-8C25-4CB9-8A34-C570E705FB32}" presName="iconBgRect" presStyleLbl="bgShp" presStyleIdx="0" presStyleCnt="2"/>
      <dgm:spPr/>
    </dgm:pt>
    <dgm:pt modelId="{D4289839-836D-4806-80E3-CF2EC2386E44}" type="pres">
      <dgm:prSet presAssocID="{F6E7E37F-8C25-4CB9-8A34-C570E705FB3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glasses Face with Solid Fill"/>
        </a:ext>
      </dgm:extLst>
    </dgm:pt>
    <dgm:pt modelId="{049583E0-0FDD-4D31-8C16-09FBFF3AE68A}" type="pres">
      <dgm:prSet presAssocID="{F6E7E37F-8C25-4CB9-8A34-C570E705FB32}" presName="spaceRect" presStyleCnt="0"/>
      <dgm:spPr/>
    </dgm:pt>
    <dgm:pt modelId="{316C3E53-B196-4CD5-80A5-7759F5B97239}" type="pres">
      <dgm:prSet presAssocID="{F6E7E37F-8C25-4CB9-8A34-C570E705FB32}" presName="textRect" presStyleLbl="revTx" presStyleIdx="0" presStyleCnt="2">
        <dgm:presLayoutVars>
          <dgm:chMax val="1"/>
          <dgm:chPref val="1"/>
        </dgm:presLayoutVars>
      </dgm:prSet>
      <dgm:spPr/>
    </dgm:pt>
    <dgm:pt modelId="{D9EE702D-D630-4879-8DD6-D3BAB823649E}" type="pres">
      <dgm:prSet presAssocID="{6F4910C7-696C-4649-B154-FA73F92BA3D3}" presName="sibTrans" presStyleCnt="0"/>
      <dgm:spPr/>
    </dgm:pt>
    <dgm:pt modelId="{B9B9AE62-9688-4E52-A77B-A0F419B3022F}" type="pres">
      <dgm:prSet presAssocID="{46D9CB3B-EA88-42A6-AD21-2DECD0A75A6B}" presName="compNode" presStyleCnt="0"/>
      <dgm:spPr/>
    </dgm:pt>
    <dgm:pt modelId="{16EFE2DE-6FAD-4851-AA21-58090AB5EEE6}" type="pres">
      <dgm:prSet presAssocID="{46D9CB3B-EA88-42A6-AD21-2DECD0A75A6B}" presName="iconBgRect" presStyleLbl="bgShp" presStyleIdx="1" presStyleCnt="2"/>
      <dgm:spPr/>
    </dgm:pt>
    <dgm:pt modelId="{B7E87921-5AF1-4842-9E9D-E7F358E6E28C}" type="pres">
      <dgm:prSet presAssocID="{46D9CB3B-EA88-42A6-AD21-2DECD0A75A6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C74BCF31-FF4C-4CAD-A86B-352C8CB78D00}" type="pres">
      <dgm:prSet presAssocID="{46D9CB3B-EA88-42A6-AD21-2DECD0A75A6B}" presName="spaceRect" presStyleCnt="0"/>
      <dgm:spPr/>
    </dgm:pt>
    <dgm:pt modelId="{6DA2796E-783E-4CCC-9093-51AAA47D8113}" type="pres">
      <dgm:prSet presAssocID="{46D9CB3B-EA88-42A6-AD21-2DECD0A75A6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2ADD901-3D33-4F90-84E4-DD3CC49C217D}" srcId="{8100E38F-0060-49FB-BD76-9A47BB6822D2}" destId="{46D9CB3B-EA88-42A6-AD21-2DECD0A75A6B}" srcOrd="1" destOrd="0" parTransId="{3BFEEE2F-E09D-42E0-9608-C6044F5A6586}" sibTransId="{F31260FC-6031-47F4-B27B-D9E5C39C6D40}"/>
    <dgm:cxn modelId="{74F9EE18-1D20-428B-8C32-6C46FCDED253}" srcId="{8100E38F-0060-49FB-BD76-9A47BB6822D2}" destId="{F6E7E37F-8C25-4CB9-8A34-C570E705FB32}" srcOrd="0" destOrd="0" parTransId="{39539474-BA3A-423E-A02D-AADDCF20AA2D}" sibTransId="{6F4910C7-696C-4649-B154-FA73F92BA3D3}"/>
    <dgm:cxn modelId="{9AE62669-A9B4-4C05-87DB-C88B57201727}" type="presOf" srcId="{46D9CB3B-EA88-42A6-AD21-2DECD0A75A6B}" destId="{6DA2796E-783E-4CCC-9093-51AAA47D8113}" srcOrd="0" destOrd="0" presId="urn:microsoft.com/office/officeart/2018/5/layout/IconCircleLabelList"/>
    <dgm:cxn modelId="{D0AA33C6-E7FE-4D23-8346-84E70A37C54B}" type="presOf" srcId="{F6E7E37F-8C25-4CB9-8A34-C570E705FB32}" destId="{316C3E53-B196-4CD5-80A5-7759F5B97239}" srcOrd="0" destOrd="0" presId="urn:microsoft.com/office/officeart/2018/5/layout/IconCircleLabelList"/>
    <dgm:cxn modelId="{2589FDF7-7C28-4980-B07F-BB4A9FDD61E9}" type="presOf" srcId="{8100E38F-0060-49FB-BD76-9A47BB6822D2}" destId="{E991125B-B50A-4E5E-B595-F877E453522B}" srcOrd="0" destOrd="0" presId="urn:microsoft.com/office/officeart/2018/5/layout/IconCircleLabelList"/>
    <dgm:cxn modelId="{0F8E744C-3F88-481E-A8E4-3355C47BBA9A}" type="presParOf" srcId="{E991125B-B50A-4E5E-B595-F877E453522B}" destId="{09713660-010E-4381-AF27-2EE0F3E8D403}" srcOrd="0" destOrd="0" presId="urn:microsoft.com/office/officeart/2018/5/layout/IconCircleLabelList"/>
    <dgm:cxn modelId="{ACD2F980-8ACB-427A-8B8D-2EC0B6E3DDE4}" type="presParOf" srcId="{09713660-010E-4381-AF27-2EE0F3E8D403}" destId="{10E1C2AC-79E8-4826-AA2E-62526CCC995E}" srcOrd="0" destOrd="0" presId="urn:microsoft.com/office/officeart/2018/5/layout/IconCircleLabelList"/>
    <dgm:cxn modelId="{78492358-E86C-4BD5-8F12-A36E2F679066}" type="presParOf" srcId="{09713660-010E-4381-AF27-2EE0F3E8D403}" destId="{D4289839-836D-4806-80E3-CF2EC2386E44}" srcOrd="1" destOrd="0" presId="urn:microsoft.com/office/officeart/2018/5/layout/IconCircleLabelList"/>
    <dgm:cxn modelId="{81A2AA95-9CCC-4CEC-84B8-6827A8D96773}" type="presParOf" srcId="{09713660-010E-4381-AF27-2EE0F3E8D403}" destId="{049583E0-0FDD-4D31-8C16-09FBFF3AE68A}" srcOrd="2" destOrd="0" presId="urn:microsoft.com/office/officeart/2018/5/layout/IconCircleLabelList"/>
    <dgm:cxn modelId="{489298F7-A79E-4963-B452-CE67B0349EFD}" type="presParOf" srcId="{09713660-010E-4381-AF27-2EE0F3E8D403}" destId="{316C3E53-B196-4CD5-80A5-7759F5B97239}" srcOrd="3" destOrd="0" presId="urn:microsoft.com/office/officeart/2018/5/layout/IconCircleLabelList"/>
    <dgm:cxn modelId="{D273477A-5CAF-498C-B308-37C8F83FA21E}" type="presParOf" srcId="{E991125B-B50A-4E5E-B595-F877E453522B}" destId="{D9EE702D-D630-4879-8DD6-D3BAB823649E}" srcOrd="1" destOrd="0" presId="urn:microsoft.com/office/officeart/2018/5/layout/IconCircleLabelList"/>
    <dgm:cxn modelId="{C33818DB-00BA-43AC-AF10-B2BB1C54935D}" type="presParOf" srcId="{E991125B-B50A-4E5E-B595-F877E453522B}" destId="{B9B9AE62-9688-4E52-A77B-A0F419B3022F}" srcOrd="2" destOrd="0" presId="urn:microsoft.com/office/officeart/2018/5/layout/IconCircleLabelList"/>
    <dgm:cxn modelId="{837BF6F9-4529-4587-86E6-82BFEE5AE922}" type="presParOf" srcId="{B9B9AE62-9688-4E52-A77B-A0F419B3022F}" destId="{16EFE2DE-6FAD-4851-AA21-58090AB5EEE6}" srcOrd="0" destOrd="0" presId="urn:microsoft.com/office/officeart/2018/5/layout/IconCircleLabelList"/>
    <dgm:cxn modelId="{B846A356-149F-4CA1-A545-81FE876366FA}" type="presParOf" srcId="{B9B9AE62-9688-4E52-A77B-A0F419B3022F}" destId="{B7E87921-5AF1-4842-9E9D-E7F358E6E28C}" srcOrd="1" destOrd="0" presId="urn:microsoft.com/office/officeart/2018/5/layout/IconCircleLabelList"/>
    <dgm:cxn modelId="{0496C391-758C-45F4-9655-7DE7E39C0220}" type="presParOf" srcId="{B9B9AE62-9688-4E52-A77B-A0F419B3022F}" destId="{C74BCF31-FF4C-4CAD-A86B-352C8CB78D00}" srcOrd="2" destOrd="0" presId="urn:microsoft.com/office/officeart/2018/5/layout/IconCircleLabelList"/>
    <dgm:cxn modelId="{1E8484C2-A468-4FF2-AD60-D10DEC48A7F6}" type="presParOf" srcId="{B9B9AE62-9688-4E52-A77B-A0F419B3022F}" destId="{6DA2796E-783E-4CCC-9093-51AAA47D811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1990F9-8DC0-4882-81B4-4C23F97C4E05}">
      <dsp:nvSpPr>
        <dsp:cNvPr id="0" name=""/>
        <dsp:cNvSpPr/>
      </dsp:nvSpPr>
      <dsp:spPr>
        <a:xfrm>
          <a:off x="350062" y="789790"/>
          <a:ext cx="1092638" cy="109263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EEE688-ECDD-45E9-89C4-F1721AF77132}">
      <dsp:nvSpPr>
        <dsp:cNvPr id="0" name=""/>
        <dsp:cNvSpPr/>
      </dsp:nvSpPr>
      <dsp:spPr>
        <a:xfrm>
          <a:off x="582920" y="1022647"/>
          <a:ext cx="626923" cy="6269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6C00C-3934-46FC-9A5D-7A0E2A8D33BF}">
      <dsp:nvSpPr>
        <dsp:cNvPr id="0" name=""/>
        <dsp:cNvSpPr/>
      </dsp:nvSpPr>
      <dsp:spPr>
        <a:xfrm>
          <a:off x="776" y="2222759"/>
          <a:ext cx="1791210" cy="71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Class: BS(CS)-VIII</a:t>
          </a:r>
        </a:p>
      </dsp:txBody>
      <dsp:txXfrm>
        <a:off x="776" y="2222759"/>
        <a:ext cx="1791210" cy="716484"/>
      </dsp:txXfrm>
    </dsp:sp>
    <dsp:sp modelId="{EAD2926D-9307-44DE-9AA2-FEB65E57FCC5}">
      <dsp:nvSpPr>
        <dsp:cNvPr id="0" name=""/>
        <dsp:cNvSpPr/>
      </dsp:nvSpPr>
      <dsp:spPr>
        <a:xfrm>
          <a:off x="2454735" y="789790"/>
          <a:ext cx="1092638" cy="109263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8AD15D-554B-4576-8054-3EF5E8827E41}">
      <dsp:nvSpPr>
        <dsp:cNvPr id="0" name=""/>
        <dsp:cNvSpPr/>
      </dsp:nvSpPr>
      <dsp:spPr>
        <a:xfrm>
          <a:off x="2687593" y="1022647"/>
          <a:ext cx="626923" cy="6269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ECA7F-45CE-430B-90B5-61B6F6A2ED2B}">
      <dsp:nvSpPr>
        <dsp:cNvPr id="0" name=""/>
        <dsp:cNvSpPr/>
      </dsp:nvSpPr>
      <dsp:spPr>
        <a:xfrm>
          <a:off x="2105449" y="2222759"/>
          <a:ext cx="1791210" cy="71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Sukkur IBA University – Kandhkot Campus</a:t>
          </a:r>
        </a:p>
      </dsp:txBody>
      <dsp:txXfrm>
        <a:off x="2105449" y="2222759"/>
        <a:ext cx="1791210" cy="716484"/>
      </dsp:txXfrm>
    </dsp:sp>
    <dsp:sp modelId="{11EEC62B-3230-4306-9C37-64DA625EEE60}">
      <dsp:nvSpPr>
        <dsp:cNvPr id="0" name=""/>
        <dsp:cNvSpPr/>
      </dsp:nvSpPr>
      <dsp:spPr>
        <a:xfrm>
          <a:off x="4559408" y="789790"/>
          <a:ext cx="1092638" cy="109263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E3AD57-1A6C-4423-8048-80C198C2A773}">
      <dsp:nvSpPr>
        <dsp:cNvPr id="0" name=""/>
        <dsp:cNvSpPr/>
      </dsp:nvSpPr>
      <dsp:spPr>
        <a:xfrm>
          <a:off x="4792265" y="1022647"/>
          <a:ext cx="626923" cy="6269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34E54-A6CD-4D93-99BD-43605A721C41}">
      <dsp:nvSpPr>
        <dsp:cNvPr id="0" name=""/>
        <dsp:cNvSpPr/>
      </dsp:nvSpPr>
      <dsp:spPr>
        <a:xfrm>
          <a:off x="4210122" y="2222759"/>
          <a:ext cx="1791210" cy="71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Week – 05</a:t>
          </a:r>
        </a:p>
      </dsp:txBody>
      <dsp:txXfrm>
        <a:off x="4210122" y="2222759"/>
        <a:ext cx="1791210" cy="7164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6BC5C-EA74-4946-BA08-5BC3B48573BF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4F8B53-EF55-41C8-A33E-29B670E1E93D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2CF8B-3BF1-462E-BD7F-25969F308B8E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b="0" i="0" kern="1200"/>
            <a:t>Cloud Models</a:t>
          </a:r>
          <a:endParaRPr lang="en-US" sz="2800" kern="1200"/>
        </a:p>
      </dsp:txBody>
      <dsp:txXfrm>
        <a:off x="100682" y="2684598"/>
        <a:ext cx="2370489" cy="720000"/>
      </dsp:txXfrm>
    </dsp:sp>
    <dsp:sp modelId="{CA32EDD5-B743-4DAD-9D7B-57054970492B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EA7B0F-F9EB-48D9-8C42-18163807D8FD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7A8B6A-E161-4A74-AED3-30DAA9CD4DF1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b="0" i="0" kern="1200"/>
            <a:t>PaaS</a:t>
          </a:r>
          <a:endParaRPr lang="en-US" sz="2800" kern="1200"/>
        </a:p>
      </dsp:txBody>
      <dsp:txXfrm>
        <a:off x="2886007" y="2684598"/>
        <a:ext cx="2370489" cy="720000"/>
      </dsp:txXfrm>
    </dsp:sp>
    <dsp:sp modelId="{5C3B012A-C909-4428-849B-6D6C5A85A009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9E13D9-80FF-4E62-8EFC-3EBB23BCBAAC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8B58B-DD88-41F3-910C-EF0993E58051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b="0" i="0" kern="1200"/>
            <a:t>IaaS</a:t>
          </a:r>
          <a:endParaRPr lang="en-US" sz="2800" kern="1200"/>
        </a:p>
      </dsp:txBody>
      <dsp:txXfrm>
        <a:off x="5671332" y="2684598"/>
        <a:ext cx="2370489" cy="720000"/>
      </dsp:txXfrm>
    </dsp:sp>
    <dsp:sp modelId="{D88CD965-B195-451D-9D2E-76F7F83B87FC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A5549A-F55D-460A-B51B-9DEBDDA1BE2B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E6227-630E-4691-A47B-85FED6FDFCDE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b="0" i="0" kern="1200"/>
            <a:t>SaaS</a:t>
          </a:r>
          <a:endParaRPr lang="en-US" sz="2800" kern="1200"/>
        </a:p>
      </dsp:txBody>
      <dsp:txXfrm>
        <a:off x="8456657" y="26845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AA446-1C8D-4691-B95B-73DA368C1DDF}">
      <dsp:nvSpPr>
        <dsp:cNvPr id="0" name=""/>
        <dsp:cNvSpPr/>
      </dsp:nvSpPr>
      <dsp:spPr>
        <a:xfrm>
          <a:off x="0" y="1571"/>
          <a:ext cx="4603115" cy="796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AE5D16-9A98-4795-8199-171438361A59}">
      <dsp:nvSpPr>
        <dsp:cNvPr id="0" name=""/>
        <dsp:cNvSpPr/>
      </dsp:nvSpPr>
      <dsp:spPr>
        <a:xfrm>
          <a:off x="240900" y="180753"/>
          <a:ext cx="438000" cy="438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FF0DF-B2AA-478D-8736-E884B16F2C75}">
      <dsp:nvSpPr>
        <dsp:cNvPr id="0" name=""/>
        <dsp:cNvSpPr/>
      </dsp:nvSpPr>
      <dsp:spPr>
        <a:xfrm>
          <a:off x="919800" y="1571"/>
          <a:ext cx="3683314" cy="796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2" tIns="84282" rIns="84282" bIns="8428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Rapidly growing company</a:t>
          </a:r>
        </a:p>
      </dsp:txBody>
      <dsp:txXfrm>
        <a:off x="919800" y="1571"/>
        <a:ext cx="3683314" cy="796363"/>
      </dsp:txXfrm>
    </dsp:sp>
    <dsp:sp modelId="{63198992-E140-4298-9B67-19DB212366CA}">
      <dsp:nvSpPr>
        <dsp:cNvPr id="0" name=""/>
        <dsp:cNvSpPr/>
      </dsp:nvSpPr>
      <dsp:spPr>
        <a:xfrm>
          <a:off x="0" y="997025"/>
          <a:ext cx="4603115" cy="796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CD00C3-34B6-43C5-AED3-E723C5A377F9}">
      <dsp:nvSpPr>
        <dsp:cNvPr id="0" name=""/>
        <dsp:cNvSpPr/>
      </dsp:nvSpPr>
      <dsp:spPr>
        <a:xfrm>
          <a:off x="240900" y="1176207"/>
          <a:ext cx="438000" cy="438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9292E4-725A-44C7-9337-C0BA1F523074}">
      <dsp:nvSpPr>
        <dsp:cNvPr id="0" name=""/>
        <dsp:cNvSpPr/>
      </dsp:nvSpPr>
      <dsp:spPr>
        <a:xfrm>
          <a:off x="919800" y="997025"/>
          <a:ext cx="3683314" cy="796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2" tIns="84282" rIns="84282" bIns="8428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Major challenge for IT dept. to 	keep up with growth</a:t>
          </a:r>
        </a:p>
      </dsp:txBody>
      <dsp:txXfrm>
        <a:off x="919800" y="997025"/>
        <a:ext cx="3683314" cy="796363"/>
      </dsp:txXfrm>
    </dsp:sp>
    <dsp:sp modelId="{632BFB44-6A75-4529-BB28-08B17FCE43DA}">
      <dsp:nvSpPr>
        <dsp:cNvPr id="0" name=""/>
        <dsp:cNvSpPr/>
      </dsp:nvSpPr>
      <dsp:spPr>
        <a:xfrm>
          <a:off x="0" y="1992480"/>
          <a:ext cx="4603115" cy="796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8839C0-DA5E-4D38-8019-9A5DB993CA37}">
      <dsp:nvSpPr>
        <dsp:cNvPr id="0" name=""/>
        <dsp:cNvSpPr/>
      </dsp:nvSpPr>
      <dsp:spPr>
        <a:xfrm>
          <a:off x="240900" y="2171662"/>
          <a:ext cx="438000" cy="438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EB14F-2A38-486F-8EB7-9AC1CA70D654}">
      <dsp:nvSpPr>
        <dsp:cNvPr id="0" name=""/>
        <dsp:cNvSpPr/>
      </dsp:nvSpPr>
      <dsp:spPr>
        <a:xfrm>
          <a:off x="919800" y="1992480"/>
          <a:ext cx="3683314" cy="796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2" tIns="84282" rIns="84282" bIns="8428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Potential loss of business 	opportunity</a:t>
          </a:r>
        </a:p>
      </dsp:txBody>
      <dsp:txXfrm>
        <a:off x="919800" y="1992480"/>
        <a:ext cx="3683314" cy="796363"/>
      </dsp:txXfrm>
    </dsp:sp>
    <dsp:sp modelId="{428D7CA4-9006-46D7-84F2-5383A88E13FA}">
      <dsp:nvSpPr>
        <dsp:cNvPr id="0" name=""/>
        <dsp:cNvSpPr/>
      </dsp:nvSpPr>
      <dsp:spPr>
        <a:xfrm>
          <a:off x="0" y="2987935"/>
          <a:ext cx="4603115" cy="796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B51F04-0342-40B9-AB37-EB35B8BA0276}">
      <dsp:nvSpPr>
        <dsp:cNvPr id="0" name=""/>
        <dsp:cNvSpPr/>
      </dsp:nvSpPr>
      <dsp:spPr>
        <a:xfrm>
          <a:off x="240900" y="3167116"/>
          <a:ext cx="438000" cy="438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14056D-AF34-4008-BC26-4D71C6226CB5}">
      <dsp:nvSpPr>
        <dsp:cNvPr id="0" name=""/>
        <dsp:cNvSpPr/>
      </dsp:nvSpPr>
      <dsp:spPr>
        <a:xfrm>
          <a:off x="919800" y="2987935"/>
          <a:ext cx="3683314" cy="796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2" tIns="84282" rIns="84282" bIns="8428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Potential customer service 	problems</a:t>
          </a:r>
        </a:p>
      </dsp:txBody>
      <dsp:txXfrm>
        <a:off x="919800" y="2987935"/>
        <a:ext cx="3683314" cy="7963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152DF5-7DD4-495A-B62A-FF6D544131A2}">
      <dsp:nvSpPr>
        <dsp:cNvPr id="0" name=""/>
        <dsp:cNvSpPr/>
      </dsp:nvSpPr>
      <dsp:spPr>
        <a:xfrm>
          <a:off x="0" y="51473"/>
          <a:ext cx="6245265" cy="13197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 large enterprise quickly &amp; economically deploys new internal 	applications to its distributed workforce.</a:t>
          </a:r>
        </a:p>
      </dsp:txBody>
      <dsp:txXfrm>
        <a:off x="64425" y="115898"/>
        <a:ext cx="6116415" cy="1190909"/>
      </dsp:txXfrm>
    </dsp:sp>
    <dsp:sp modelId="{53DA4E83-B412-4575-8231-F455819D46FC}">
      <dsp:nvSpPr>
        <dsp:cNvPr id="0" name=""/>
        <dsp:cNvSpPr/>
      </dsp:nvSpPr>
      <dsp:spPr>
        <a:xfrm>
          <a:off x="0" y="1440353"/>
          <a:ext cx="6245265" cy="131975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 e-commerce website accommodates sudden demand for a “hot” 	product caused by a viral buzz.</a:t>
          </a:r>
        </a:p>
      </dsp:txBody>
      <dsp:txXfrm>
        <a:off x="64425" y="1504778"/>
        <a:ext cx="6116415" cy="1190909"/>
      </dsp:txXfrm>
    </dsp:sp>
    <dsp:sp modelId="{050E6B64-BE74-4DEB-A6C5-B60D9B04508D}">
      <dsp:nvSpPr>
        <dsp:cNvPr id="0" name=""/>
        <dsp:cNvSpPr/>
      </dsp:nvSpPr>
      <dsp:spPr>
        <a:xfrm>
          <a:off x="0" y="2829233"/>
          <a:ext cx="6245265" cy="131975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 pharmaceutical research firm executes large-scale simulations using 	computing power provided by cloud vendors.</a:t>
          </a:r>
        </a:p>
      </dsp:txBody>
      <dsp:txXfrm>
        <a:off x="64425" y="2893658"/>
        <a:ext cx="6116415" cy="1190909"/>
      </dsp:txXfrm>
    </dsp:sp>
    <dsp:sp modelId="{6EC94547-AFAE-4946-97DE-9512EBF58EB6}">
      <dsp:nvSpPr>
        <dsp:cNvPr id="0" name=""/>
        <dsp:cNvSpPr/>
      </dsp:nvSpPr>
      <dsp:spPr>
        <a:xfrm>
          <a:off x="0" y="4218113"/>
          <a:ext cx="6245265" cy="131975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 media company serves unlimited video, music, and other media to 	their worldwide customer base.</a:t>
          </a:r>
        </a:p>
      </dsp:txBody>
      <dsp:txXfrm>
        <a:off x="64425" y="4282538"/>
        <a:ext cx="6116415" cy="11909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B4DF1A-F9EC-4BCC-BE5A-C0D39FA07B8F}">
      <dsp:nvSpPr>
        <dsp:cNvPr id="0" name=""/>
        <dsp:cNvSpPr/>
      </dsp:nvSpPr>
      <dsp:spPr>
        <a:xfrm>
          <a:off x="0" y="939560"/>
          <a:ext cx="6288710" cy="17345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DA34D5-D3C1-45EE-BE3D-FDE595D3371A}">
      <dsp:nvSpPr>
        <dsp:cNvPr id="0" name=""/>
        <dsp:cNvSpPr/>
      </dsp:nvSpPr>
      <dsp:spPr>
        <a:xfrm>
          <a:off x="524708" y="1329839"/>
          <a:ext cx="954015" cy="9540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4F4DC-9A93-43AE-ADBF-BECB9E006B71}">
      <dsp:nvSpPr>
        <dsp:cNvPr id="0" name=""/>
        <dsp:cNvSpPr/>
      </dsp:nvSpPr>
      <dsp:spPr>
        <a:xfrm>
          <a:off x="2003432" y="939560"/>
          <a:ext cx="4285277" cy="1734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576" tIns="183576" rIns="183576" bIns="18357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End-users connect over the Internet to the cloud from their own personal computers or portable devices in order to access services.</a:t>
          </a:r>
          <a:endParaRPr lang="en-US" sz="2000" kern="1200" dirty="0"/>
        </a:p>
      </dsp:txBody>
      <dsp:txXfrm>
        <a:off x="2003432" y="939560"/>
        <a:ext cx="4285277" cy="1734573"/>
      </dsp:txXfrm>
    </dsp:sp>
    <dsp:sp modelId="{D9DE0B43-A10D-4665-B82D-42E81FA813D8}">
      <dsp:nvSpPr>
        <dsp:cNvPr id="0" name=""/>
        <dsp:cNvSpPr/>
      </dsp:nvSpPr>
      <dsp:spPr>
        <a:xfrm>
          <a:off x="0" y="3107778"/>
          <a:ext cx="6288710" cy="17345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AA816D-55C4-46B5-A9FF-CE40B75F56CD}">
      <dsp:nvSpPr>
        <dsp:cNvPr id="0" name=""/>
        <dsp:cNvSpPr/>
      </dsp:nvSpPr>
      <dsp:spPr>
        <a:xfrm>
          <a:off x="524708" y="3498057"/>
          <a:ext cx="954015" cy="9540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BE2A79-6C23-4D97-BAFF-4D8E6E52E3BA}">
      <dsp:nvSpPr>
        <dsp:cNvPr id="0" name=""/>
        <dsp:cNvSpPr/>
      </dsp:nvSpPr>
      <dsp:spPr>
        <a:xfrm>
          <a:off x="2003432" y="3107778"/>
          <a:ext cx="4285277" cy="1734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576" tIns="183576" rIns="183576" bIns="18357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To the end-user, the underlying infrastructure such as the hardware, operating system, etc., is invisible</a:t>
          </a:r>
          <a:endParaRPr lang="en-US" sz="2200" kern="1200" dirty="0"/>
        </a:p>
      </dsp:txBody>
      <dsp:txXfrm>
        <a:off x="2003432" y="3107778"/>
        <a:ext cx="4285277" cy="17345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B6A158-D847-4BE0-BE05-170F7A3C1294}">
      <dsp:nvSpPr>
        <dsp:cNvPr id="0" name=""/>
        <dsp:cNvSpPr/>
      </dsp:nvSpPr>
      <dsp:spPr>
        <a:xfrm>
          <a:off x="0" y="98144"/>
          <a:ext cx="704215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Why is it becoming important?</a:t>
          </a:r>
        </a:p>
      </dsp:txBody>
      <dsp:txXfrm>
        <a:off x="30442" y="128586"/>
        <a:ext cx="6981266" cy="562726"/>
      </dsp:txXfrm>
    </dsp:sp>
    <dsp:sp modelId="{6F2787E4-6219-482A-AF2D-AAEE30111D06}">
      <dsp:nvSpPr>
        <dsp:cNvPr id="0" name=""/>
        <dsp:cNvSpPr/>
      </dsp:nvSpPr>
      <dsp:spPr>
        <a:xfrm>
          <a:off x="0" y="721754"/>
          <a:ext cx="7042150" cy="1372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588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Using high-scale/low-cost providers,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Any time/place access via web browser,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Rapid scalability; incremental cost and load sharing,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Can forget need to focus on local IT.</a:t>
          </a:r>
        </a:p>
      </dsp:txBody>
      <dsp:txXfrm>
        <a:off x="0" y="721754"/>
        <a:ext cx="7042150" cy="1372410"/>
      </dsp:txXfrm>
    </dsp:sp>
    <dsp:sp modelId="{AC1AAEFD-E347-43BB-973D-DD4ADFABB426}">
      <dsp:nvSpPr>
        <dsp:cNvPr id="0" name=""/>
        <dsp:cNvSpPr/>
      </dsp:nvSpPr>
      <dsp:spPr>
        <a:xfrm>
          <a:off x="0" y="2094165"/>
          <a:ext cx="704215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Concerns:</a:t>
          </a:r>
        </a:p>
      </dsp:txBody>
      <dsp:txXfrm>
        <a:off x="30442" y="2124607"/>
        <a:ext cx="6981266" cy="562726"/>
      </dsp:txXfrm>
    </dsp:sp>
    <dsp:sp modelId="{C9414E71-A30D-4873-9FEB-DB34CE23A75A}">
      <dsp:nvSpPr>
        <dsp:cNvPr id="0" name=""/>
        <dsp:cNvSpPr/>
      </dsp:nvSpPr>
      <dsp:spPr>
        <a:xfrm>
          <a:off x="0" y="2717775"/>
          <a:ext cx="7042150" cy="2098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588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Performance, reliability, and SLAs,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Control of data, and service parameters,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Application features and choices,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Interaction between Cloud providers,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No standard API – mix of SOAP and REST!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Privacy, security, compliance, trust…</a:t>
          </a:r>
        </a:p>
      </dsp:txBody>
      <dsp:txXfrm>
        <a:off x="0" y="2717775"/>
        <a:ext cx="7042150" cy="20989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6AD97-6B21-4C7B-A41A-0D374C920C57}">
      <dsp:nvSpPr>
        <dsp:cNvPr id="0" name=""/>
        <dsp:cNvSpPr/>
      </dsp:nvSpPr>
      <dsp:spPr>
        <a:xfrm>
          <a:off x="1061437" y="716972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248A5-FD32-4FE9-BF9E-CBFE9C0E95AA}">
      <dsp:nvSpPr>
        <dsp:cNvPr id="0" name=""/>
        <dsp:cNvSpPr/>
      </dsp:nvSpPr>
      <dsp:spPr>
        <a:xfrm>
          <a:off x="1582" y="1976986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Lower computer costs</a:t>
          </a:r>
        </a:p>
      </dsp:txBody>
      <dsp:txXfrm>
        <a:off x="1582" y="1976986"/>
        <a:ext cx="3261093" cy="489164"/>
      </dsp:txXfrm>
    </dsp:sp>
    <dsp:sp modelId="{5688C495-795D-4FEE-A5BC-E663D496E725}">
      <dsp:nvSpPr>
        <dsp:cNvPr id="0" name=""/>
        <dsp:cNvSpPr/>
      </dsp:nvSpPr>
      <dsp:spPr>
        <a:xfrm>
          <a:off x="1582" y="2521327"/>
          <a:ext cx="3261093" cy="954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need of a high-powered and high-priced computer to run cloud computing's web-based applications</a:t>
          </a:r>
        </a:p>
      </dsp:txBody>
      <dsp:txXfrm>
        <a:off x="1582" y="2521327"/>
        <a:ext cx="3261093" cy="954505"/>
      </dsp:txXfrm>
    </dsp:sp>
    <dsp:sp modelId="{E3EEB11A-5B46-4FE7-923D-BC40A5081BE0}">
      <dsp:nvSpPr>
        <dsp:cNvPr id="0" name=""/>
        <dsp:cNvSpPr/>
      </dsp:nvSpPr>
      <dsp:spPr>
        <a:xfrm>
          <a:off x="4893223" y="716972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9A401-00EA-4357-B6CF-ABB55D8527DD}">
      <dsp:nvSpPr>
        <dsp:cNvPr id="0" name=""/>
        <dsp:cNvSpPr/>
      </dsp:nvSpPr>
      <dsp:spPr>
        <a:xfrm>
          <a:off x="3833367" y="1976986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Improved performance</a:t>
          </a:r>
        </a:p>
      </dsp:txBody>
      <dsp:txXfrm>
        <a:off x="3833367" y="1976986"/>
        <a:ext cx="3261093" cy="489164"/>
      </dsp:txXfrm>
    </dsp:sp>
    <dsp:sp modelId="{5568FC4D-2A02-43AF-8934-EFDEA9B9DC6E}">
      <dsp:nvSpPr>
        <dsp:cNvPr id="0" name=""/>
        <dsp:cNvSpPr/>
      </dsp:nvSpPr>
      <dsp:spPr>
        <a:xfrm>
          <a:off x="3833367" y="2521327"/>
          <a:ext cx="3261093" cy="954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Cloud computing system boot and run faster because they have fewer programs and processes loaded into memory</a:t>
          </a:r>
        </a:p>
      </dsp:txBody>
      <dsp:txXfrm>
        <a:off x="3833367" y="2521327"/>
        <a:ext cx="3261093" cy="954505"/>
      </dsp:txXfrm>
    </dsp:sp>
    <dsp:sp modelId="{22CEB5F0-51B4-449B-8DE3-9D76CEDD03C8}">
      <dsp:nvSpPr>
        <dsp:cNvPr id="0" name=""/>
        <dsp:cNvSpPr/>
      </dsp:nvSpPr>
      <dsp:spPr>
        <a:xfrm>
          <a:off x="8725008" y="716972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3267B-0051-49B8-AC74-7A660DC1124F}">
      <dsp:nvSpPr>
        <dsp:cNvPr id="0" name=""/>
        <dsp:cNvSpPr/>
      </dsp:nvSpPr>
      <dsp:spPr>
        <a:xfrm>
          <a:off x="7665152" y="1976986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Reduced software costs</a:t>
          </a:r>
        </a:p>
      </dsp:txBody>
      <dsp:txXfrm>
        <a:off x="7665152" y="1976986"/>
        <a:ext cx="3261093" cy="489164"/>
      </dsp:txXfrm>
    </dsp:sp>
    <dsp:sp modelId="{EB8D88FA-2050-4DED-95F6-7622A916DE7E}">
      <dsp:nvSpPr>
        <dsp:cNvPr id="0" name=""/>
        <dsp:cNvSpPr/>
      </dsp:nvSpPr>
      <dsp:spPr>
        <a:xfrm>
          <a:off x="7665152" y="2521327"/>
          <a:ext cx="3261093" cy="954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need to purchase expensive software applications</a:t>
          </a:r>
        </a:p>
      </dsp:txBody>
      <dsp:txXfrm>
        <a:off x="7665152" y="2521327"/>
        <a:ext cx="3261093" cy="95450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8F45FC-41BD-4B54-95A0-F3976AFBAD29}">
      <dsp:nvSpPr>
        <dsp:cNvPr id="0" name=""/>
        <dsp:cNvSpPr/>
      </dsp:nvSpPr>
      <dsp:spPr>
        <a:xfrm>
          <a:off x="3201" y="4454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Instant software updates</a:t>
          </a:r>
        </a:p>
      </dsp:txBody>
      <dsp:txXfrm>
        <a:off x="3201" y="445489"/>
        <a:ext cx="2539866" cy="1523919"/>
      </dsp:txXfrm>
    </dsp:sp>
    <dsp:sp modelId="{0F8657F9-E350-4D53-BEDA-BE0BB5095260}">
      <dsp:nvSpPr>
        <dsp:cNvPr id="0" name=""/>
        <dsp:cNvSpPr/>
      </dsp:nvSpPr>
      <dsp:spPr>
        <a:xfrm>
          <a:off x="2797054" y="445489"/>
          <a:ext cx="2539866" cy="1523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Unlimited storage capacity</a:t>
          </a:r>
        </a:p>
      </dsp:txBody>
      <dsp:txXfrm>
        <a:off x="2797054" y="445489"/>
        <a:ext cx="2539866" cy="1523919"/>
      </dsp:txXfrm>
    </dsp:sp>
    <dsp:sp modelId="{9343A04C-35B5-4C73-8C28-EF89A775693B}">
      <dsp:nvSpPr>
        <dsp:cNvPr id="0" name=""/>
        <dsp:cNvSpPr/>
      </dsp:nvSpPr>
      <dsp:spPr>
        <a:xfrm>
          <a:off x="5590907" y="445489"/>
          <a:ext cx="2539866" cy="15239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Increased data reliability (crash of hard drive destroy valuable data)</a:t>
          </a:r>
        </a:p>
      </dsp:txBody>
      <dsp:txXfrm>
        <a:off x="5590907" y="445489"/>
        <a:ext cx="2539866" cy="1523919"/>
      </dsp:txXfrm>
    </dsp:sp>
    <dsp:sp modelId="{B839D726-452C-4373-BB53-05BCD977E0F9}">
      <dsp:nvSpPr>
        <dsp:cNvPr id="0" name=""/>
        <dsp:cNvSpPr/>
      </dsp:nvSpPr>
      <dsp:spPr>
        <a:xfrm>
          <a:off x="8384760" y="445489"/>
          <a:ext cx="2539866" cy="15239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Universal information access</a:t>
          </a:r>
        </a:p>
      </dsp:txBody>
      <dsp:txXfrm>
        <a:off x="8384760" y="445489"/>
        <a:ext cx="2539866" cy="1523919"/>
      </dsp:txXfrm>
    </dsp:sp>
    <dsp:sp modelId="{8E70DEE7-6070-4FCB-827F-A67E3FB0FC68}">
      <dsp:nvSpPr>
        <dsp:cNvPr id="0" name=""/>
        <dsp:cNvSpPr/>
      </dsp:nvSpPr>
      <dsp:spPr>
        <a:xfrm>
          <a:off x="1400128" y="2223395"/>
          <a:ext cx="2539866" cy="15239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Latest version availability</a:t>
          </a:r>
        </a:p>
      </dsp:txBody>
      <dsp:txXfrm>
        <a:off x="1400128" y="2223395"/>
        <a:ext cx="2539866" cy="1523919"/>
      </dsp:txXfrm>
    </dsp:sp>
    <dsp:sp modelId="{1778985B-0DDA-4CD8-8FEE-895E53A7A725}">
      <dsp:nvSpPr>
        <dsp:cNvPr id="0" name=""/>
        <dsp:cNvSpPr/>
      </dsp:nvSpPr>
      <dsp:spPr>
        <a:xfrm>
          <a:off x="4193981" y="2223395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Easier group collaboration</a:t>
          </a:r>
        </a:p>
      </dsp:txBody>
      <dsp:txXfrm>
        <a:off x="4193981" y="2223395"/>
        <a:ext cx="2539866" cy="1523919"/>
      </dsp:txXfrm>
    </dsp:sp>
    <dsp:sp modelId="{2C46D889-185E-4065-9324-59D7D4B024BC}">
      <dsp:nvSpPr>
        <dsp:cNvPr id="0" name=""/>
        <dsp:cNvSpPr/>
      </dsp:nvSpPr>
      <dsp:spPr>
        <a:xfrm>
          <a:off x="6987834" y="2223395"/>
          <a:ext cx="2539866" cy="1523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Device independence</a:t>
          </a:r>
        </a:p>
      </dsp:txBody>
      <dsp:txXfrm>
        <a:off x="6987834" y="2223395"/>
        <a:ext cx="2539866" cy="152391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E1C2AC-79E8-4826-AA2E-62526CCC995E}">
      <dsp:nvSpPr>
        <dsp:cNvPr id="0" name=""/>
        <dsp:cNvSpPr/>
      </dsp:nvSpPr>
      <dsp:spPr>
        <a:xfrm>
          <a:off x="2250914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289839-836D-4806-80E3-CF2EC2386E44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C3E53-B196-4CD5-80A5-7759F5B97239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500" b="0" i="0" kern="1200"/>
            <a:t>Thank you!</a:t>
          </a:r>
          <a:endParaRPr lang="en-US" sz="3500" kern="1200"/>
        </a:p>
      </dsp:txBody>
      <dsp:txXfrm>
        <a:off x="1548914" y="3176402"/>
        <a:ext cx="3600000" cy="720000"/>
      </dsp:txXfrm>
    </dsp:sp>
    <dsp:sp modelId="{16EFE2DE-6FAD-4851-AA21-58090AB5EEE6}">
      <dsp:nvSpPr>
        <dsp:cNvPr id="0" name=""/>
        <dsp:cNvSpPr/>
      </dsp:nvSpPr>
      <dsp:spPr>
        <a:xfrm>
          <a:off x="6480914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E87921-5AF1-4842-9E9D-E7F358E6E28C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2796E-783E-4CCC-9093-51AAA47D8113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500" b="0" i="0" kern="1200"/>
            <a:t>Any Questions???</a:t>
          </a:r>
          <a:endParaRPr lang="en-US" sz="3500" kern="1200"/>
        </a:p>
      </dsp:txBody>
      <dsp:txXfrm>
        <a:off x="5778914" y="317640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E43D9-4B36-481F-BEC6-BB0DB0ED265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C34D8-7FAD-45AC-82C7-58CB9DD47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33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4872" y="3413602"/>
            <a:ext cx="3472179" cy="155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40219-BDFC-4338-8760-DE5991808A2E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76876" y="6467713"/>
            <a:ext cx="1785923" cy="177800"/>
          </a:xfrm>
        </p:spPr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D2D47-876E-4FE9-A912-810A67959BEA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B57B2-F0DC-46FD-B186-0D9C0227B45D}" type="datetime1">
              <a:rPr lang="en-US" smtClean="0"/>
              <a:t>2/24/2026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52E2D-1158-4369-B0DF-6FA112629122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7DDAD-D024-4038-A997-D272217BB069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18781" y="639170"/>
            <a:ext cx="7954437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3157" y="1802663"/>
            <a:ext cx="4892675" cy="3633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76876" y="6467713"/>
            <a:ext cx="1785923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2F63E-7234-4436-91F9-238B582E5D3A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5466" y="6467713"/>
            <a:ext cx="2432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0.pn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1.jpg"/><Relationship Id="rId9" Type="http://schemas.microsoft.com/office/2007/relationships/diagramDrawing" Target="../diagrams/drawin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35.pn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1.jpg"/><Relationship Id="rId9" Type="http://schemas.microsoft.com/office/2007/relationships/diagramDrawing" Target="../diagrams/drawin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046D7B6-CD1D-C0C5-8EC1-2E4720718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>
                <a:latin typeface="+mj-lt"/>
                <a:cs typeface="+mj-cs"/>
              </a:rPr>
              <a:t>Parallel and Distributed/Cloud Computing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3195473" y="6356350"/>
            <a:ext cx="381143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3C6E6F-663A-D1B4-9D86-4B371784E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37" r="499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  <a:defRPr/>
            </a:pPr>
            <a:fld id="{81D60167-4931-47E6-BA6A-407CBD079E47}" type="slidenum">
              <a:rPr lang="en-US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pPr algn="r" rtl="0">
                <a:spcAft>
                  <a:spcPts val="600"/>
                </a:spcAft>
                <a:defRPr/>
              </a:pPr>
              <a:t>1</a:t>
            </a:fld>
            <a:endParaRPr lang="en-US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19" name="object 4">
            <a:extLst>
              <a:ext uri="{FF2B5EF4-FFF2-40B4-BE49-F238E27FC236}">
                <a16:creationId xmlns:a16="http://schemas.microsoft.com/office/drawing/2014/main" id="{E156B45E-7B90-BF02-2BEB-1349E69E9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129078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F81D4-8C01-7E23-DACE-A3C9A534E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Recap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ECE79-EBA6-63FE-130A-39F0764C6FE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marL="12700" algn="l">
              <a:spcAft>
                <a:spcPts val="600"/>
              </a:spcAft>
            </a:pPr>
            <a:r>
              <a:rPr lang="en-US" sz="1100" spc="-2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771B3-ADAB-7F30-6955-BB7BBBFDDD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 marL="38100">
              <a:spcAft>
                <a:spcPts val="600"/>
              </a:spcAft>
            </a:pPr>
            <a:fld id="{81D60167-4931-47E6-BA6A-407CBD079E47}" type="slidenum">
              <a:rPr lang="en-US" sz="1100" spc="-25">
                <a:solidFill>
                  <a:schemeClr val="tx1">
                    <a:lumMod val="50000"/>
                    <a:lumOff val="50000"/>
                  </a:schemeClr>
                </a:solidFill>
              </a:rPr>
              <a:pPr marL="38100">
                <a:spcAft>
                  <a:spcPts val="600"/>
                </a:spcAft>
              </a:pPr>
              <a:t>2</a:t>
            </a:fld>
            <a:endParaRPr lang="en-US" sz="1100" spc="-25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1" name="Text Placeholder 2">
            <a:extLst>
              <a:ext uri="{FF2B5EF4-FFF2-40B4-BE49-F238E27FC236}">
                <a16:creationId xmlns:a16="http://schemas.microsoft.com/office/drawing/2014/main" id="{F5B53B73-F116-26B0-23A6-EA94FB5CB8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856226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0875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836298"/>
            <a:ext cx="9753580" cy="5343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1655" y="339133"/>
            <a:ext cx="6288405" cy="129603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177925" marR="5080" indent="-1165860">
              <a:lnSpc>
                <a:spcPts val="4720"/>
              </a:lnSpc>
              <a:spcBef>
                <a:spcPts val="720"/>
              </a:spcBef>
            </a:pPr>
            <a:r>
              <a:rPr dirty="0"/>
              <a:t>Essentials</a:t>
            </a:r>
            <a:r>
              <a:rPr spc="-210" dirty="0"/>
              <a:t> </a:t>
            </a:r>
            <a:r>
              <a:rPr spc="-10" dirty="0"/>
              <a:t>Characteristics</a:t>
            </a:r>
            <a:r>
              <a:rPr spc="-204" dirty="0"/>
              <a:t> </a:t>
            </a:r>
            <a:r>
              <a:rPr spc="-25" dirty="0"/>
              <a:t>of </a:t>
            </a:r>
            <a:r>
              <a:rPr dirty="0"/>
              <a:t>Cloud</a:t>
            </a:r>
            <a:r>
              <a:rPr spc="-130" dirty="0"/>
              <a:t> </a:t>
            </a:r>
            <a:r>
              <a:rPr spc="-10" dirty="0"/>
              <a:t>Computing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2954" y="2533716"/>
            <a:ext cx="8095573" cy="28971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09675" algn="l" rtl="0">
              <a:lnSpc>
                <a:spcPct val="90000"/>
              </a:lnSpc>
              <a:spcBef>
                <a:spcPct val="0"/>
              </a:spcBef>
            </a:pPr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Common</a:t>
            </a:r>
            <a:r>
              <a:rPr lang="en-US" sz="2400" kern="1200" spc="-19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Characteristics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70153" y="1526033"/>
            <a:ext cx="5536397" cy="3935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94310" indent="-228600" algn="l" rtl="0">
              <a:lnSpc>
                <a:spcPct val="90000"/>
              </a:lnSpc>
              <a:spcBef>
                <a:spcPts val="1045"/>
              </a:spcBef>
              <a:buFont typeface="Arial" panose="020B0604020202020204" pitchFamily="34" charset="0"/>
              <a:buChar char="•"/>
              <a:tabLst>
                <a:tab pos="194310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Massive</a:t>
            </a:r>
            <a:r>
              <a:rPr lang="en-US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Scale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94310" indent="-228600" algn="l" rtl="0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Char char="•"/>
              <a:tabLst>
                <a:tab pos="194310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Resilient</a:t>
            </a:r>
            <a:r>
              <a:rPr lang="en-US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Computing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94310" indent="-228600" algn="l" rtl="0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Char char="•"/>
              <a:tabLst>
                <a:tab pos="194310" algn="l"/>
              </a:tabLst>
            </a:pP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Homogeneity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94310" indent="-228600" algn="l" rtl="0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Char char="•"/>
              <a:tabLst>
                <a:tab pos="194310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Geographic</a:t>
            </a:r>
            <a:r>
              <a:rPr lang="en-US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Distribution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94310" indent="-228600" algn="l" rtl="0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Char char="•"/>
              <a:tabLst>
                <a:tab pos="194310" algn="l"/>
              </a:tabLst>
            </a:pP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Virtualization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94310" indent="-228600" algn="l" rtl="0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Char char="•"/>
              <a:tabLst>
                <a:tab pos="194310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</a:t>
            </a:r>
            <a:r>
              <a:rPr lang="en-US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Orientation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94310" indent="-228600" algn="l" rtl="0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Char char="•"/>
              <a:tabLst>
                <a:tab pos="194310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</a:t>
            </a:r>
            <a:r>
              <a:rPr lang="en-US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</a:t>
            </a:r>
            <a:r>
              <a:rPr lang="en-US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93675" marR="5080" indent="-228600" algn="l" rtl="0">
              <a:lnSpc>
                <a:spcPct val="90000"/>
              </a:lnSpc>
              <a:spcBef>
                <a:spcPts val="1245"/>
              </a:spcBef>
              <a:buFont typeface="Arial" panose="020B0604020202020204" pitchFamily="34" charset="0"/>
              <a:buChar char="•"/>
              <a:tabLst>
                <a:tab pos="195580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en-US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Programming</a:t>
            </a:r>
            <a:r>
              <a:rPr lang="en-US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Paradigms:</a:t>
            </a:r>
            <a:r>
              <a:rPr lang="en-US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MapReduce/Hadoop, 	</a:t>
            </a:r>
            <a:r>
              <a:rPr lang="en-US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NoSQL/Cassandra/MongoDB</a:t>
            </a:r>
            <a:r>
              <a:rPr lang="en-US" kern="1200" spc="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many</a:t>
            </a:r>
            <a:r>
              <a:rPr lang="en-US" kern="1200" spc="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others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spcAft>
                <a:spcPts val="600"/>
              </a:spcAft>
            </a:pPr>
            <a:r>
              <a:rPr lang="en-US" kern="1200" spc="-2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</a:pPr>
            <a:fld id="{81D60167-4931-47E6-BA6A-407CBD079E47}" type="slidenum">
              <a:rPr lang="en-US" kern="1200" spc="-2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 rtl="0">
                <a:spcAft>
                  <a:spcPts val="600"/>
                </a:spcAft>
              </a:pPr>
              <a:t>5</a:t>
            </a:fld>
            <a:endParaRPr lang="en-US" kern="1200" spc="-25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0183" y="347720"/>
            <a:ext cx="7239833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Typical</a:t>
            </a:r>
            <a:r>
              <a:rPr spc="-204" dirty="0"/>
              <a:t> </a:t>
            </a:r>
            <a:r>
              <a:rPr dirty="0"/>
              <a:t>Computing</a:t>
            </a:r>
            <a:r>
              <a:rPr spc="-20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758" y="1319832"/>
            <a:ext cx="3075305" cy="8718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325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&amp;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workloads</a:t>
            </a:r>
            <a:endParaRPr sz="2800">
              <a:latin typeface="Times New Roman"/>
              <a:cs typeface="Times New Roman"/>
            </a:endParaRPr>
          </a:p>
          <a:p>
            <a:pPr marL="645160" lvl="1" indent="-182880">
              <a:lnSpc>
                <a:spcPct val="100000"/>
              </a:lnSpc>
              <a:spcBef>
                <a:spcPts val="195"/>
              </a:spcBef>
              <a:buFont typeface="Arial"/>
              <a:buChar char="▪"/>
              <a:tabLst>
                <a:tab pos="645160" algn="l"/>
              </a:tabLst>
            </a:pPr>
            <a:r>
              <a:rPr sz="2400" dirty="0">
                <a:latin typeface="Times New Roman"/>
                <a:cs typeface="Times New Roman"/>
              </a:rPr>
              <a:t>Batch </a:t>
            </a:r>
            <a:r>
              <a:rPr sz="2400" spc="-20" dirty="0">
                <a:latin typeface="Times New Roman"/>
                <a:cs typeface="Times New Roman"/>
              </a:rPr>
              <a:t>jobs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758" y="2761504"/>
            <a:ext cx="2621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Wasted </a:t>
            </a:r>
            <a:r>
              <a:rPr sz="2800" spc="-10" dirty="0">
                <a:latin typeface="Times New Roman"/>
                <a:cs typeface="Times New Roman"/>
              </a:rPr>
              <a:t>Capacity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758" y="3815080"/>
            <a:ext cx="53003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market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0" dirty="0">
                <a:latin typeface="Times New Roman"/>
                <a:cs typeface="Times New Roman"/>
              </a:rPr>
              <a:t> cumbersome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02461" y="2430747"/>
            <a:ext cx="4977765" cy="3502660"/>
            <a:chOff x="6802461" y="2430747"/>
            <a:chExt cx="4977765" cy="3502660"/>
          </a:xfrm>
        </p:grpSpPr>
        <p:sp>
          <p:nvSpPr>
            <p:cNvPr id="7" name="object 7"/>
            <p:cNvSpPr/>
            <p:nvPr/>
          </p:nvSpPr>
          <p:spPr>
            <a:xfrm>
              <a:off x="6857111" y="2558719"/>
              <a:ext cx="0" cy="3358515"/>
            </a:xfrm>
            <a:custGeom>
              <a:avLst/>
              <a:gdLst/>
              <a:ahLst/>
              <a:cxnLst/>
              <a:rect l="l" t="t" r="r" b="b"/>
              <a:pathLst>
                <a:path h="3358515">
                  <a:moveTo>
                    <a:pt x="0" y="335804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2461" y="2430747"/>
              <a:ext cx="109299" cy="140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57111" y="5874738"/>
              <a:ext cx="4795520" cy="3810"/>
            </a:xfrm>
            <a:custGeom>
              <a:avLst/>
              <a:gdLst/>
              <a:ahLst/>
              <a:cxnLst/>
              <a:rect l="l" t="t" r="r" b="b"/>
              <a:pathLst>
                <a:path w="4795520" h="3810">
                  <a:moveTo>
                    <a:pt x="0" y="0"/>
                  </a:moveTo>
                  <a:lnTo>
                    <a:pt x="4795115" y="354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39476" y="5823638"/>
              <a:ext cx="140699" cy="1093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429814" y="3326306"/>
            <a:ext cx="381000" cy="1355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spc="-10" dirty="0">
                <a:latin typeface="Carlito"/>
                <a:cs typeface="Carlito"/>
              </a:rPr>
              <a:t>Compute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44410" y="2525844"/>
            <a:ext cx="4841240" cy="3364229"/>
            <a:chOff x="6844410" y="2525844"/>
            <a:chExt cx="4841240" cy="3364229"/>
          </a:xfrm>
        </p:grpSpPr>
        <p:sp>
          <p:nvSpPr>
            <p:cNvPr id="13" name="object 13"/>
            <p:cNvSpPr/>
            <p:nvPr/>
          </p:nvSpPr>
          <p:spPr>
            <a:xfrm>
              <a:off x="6857110" y="4590540"/>
              <a:ext cx="1448435" cy="232410"/>
            </a:xfrm>
            <a:custGeom>
              <a:avLst/>
              <a:gdLst/>
              <a:ahLst/>
              <a:cxnLst/>
              <a:rect l="l" t="t" r="r" b="b"/>
              <a:pathLst>
                <a:path w="1448434" h="232410">
                  <a:moveTo>
                    <a:pt x="0" y="232174"/>
                  </a:moveTo>
                  <a:lnTo>
                    <a:pt x="1448022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5808" y="4536415"/>
              <a:ext cx="145849" cy="1082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034104" y="4514340"/>
              <a:ext cx="1525905" cy="308610"/>
            </a:xfrm>
            <a:custGeom>
              <a:avLst/>
              <a:gdLst/>
              <a:ahLst/>
              <a:cxnLst/>
              <a:rect l="l" t="t" r="r" b="b"/>
              <a:pathLst>
                <a:path w="1525904" h="308610">
                  <a:moveTo>
                    <a:pt x="0" y="308374"/>
                  </a:moveTo>
                  <a:lnTo>
                    <a:pt x="1525396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38501" y="4460515"/>
              <a:ext cx="146674" cy="1076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487907" y="2535369"/>
              <a:ext cx="1550035" cy="3345179"/>
            </a:xfrm>
            <a:custGeom>
              <a:avLst/>
              <a:gdLst/>
              <a:ahLst/>
              <a:cxnLst/>
              <a:rect l="l" t="t" r="r" b="b"/>
              <a:pathLst>
                <a:path w="1550034" h="3345179">
                  <a:moveTo>
                    <a:pt x="1547296" y="3344868"/>
                  </a:moveTo>
                  <a:lnTo>
                    <a:pt x="1549746" y="0"/>
                  </a:lnTo>
                </a:path>
                <a:path w="1550034" h="3345179">
                  <a:moveTo>
                    <a:pt x="0" y="3344868"/>
                  </a:moveTo>
                  <a:lnTo>
                    <a:pt x="2474" y="0"/>
                  </a:lnTo>
                </a:path>
              </a:pathLst>
            </a:custGeom>
            <a:ln w="1904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84179" y="3211907"/>
            <a:ext cx="967105" cy="59372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47955" marR="5080" indent="-135890">
              <a:lnSpc>
                <a:spcPts val="2070"/>
              </a:lnSpc>
              <a:spcBef>
                <a:spcPts val="440"/>
              </a:spcBef>
            </a:pPr>
            <a:r>
              <a:rPr sz="2000" spc="-10" dirty="0">
                <a:latin typeface="Carlito"/>
                <a:cs typeface="Carlito"/>
              </a:rPr>
              <a:t>Inactivity Period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49136" y="1607102"/>
            <a:ext cx="19608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latin typeface="Arial"/>
                <a:cs typeface="Arial"/>
              </a:rPr>
              <a:t>On</a:t>
            </a:r>
            <a:r>
              <a:rPr sz="3200" spc="-20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and</a:t>
            </a:r>
            <a:r>
              <a:rPr sz="3200" spc="-195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Off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21" y="29190"/>
            <a:ext cx="1371597" cy="137159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577346" y="6005869"/>
            <a:ext cx="73088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i="1" spc="-20" dirty="0">
                <a:latin typeface="Carlito"/>
                <a:cs typeface="Carlito"/>
              </a:rPr>
              <a:t>Time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3930">
              <a:lnSpc>
                <a:spcPct val="100000"/>
              </a:lnSpc>
              <a:spcBef>
                <a:spcPts val="100"/>
              </a:spcBef>
            </a:pPr>
            <a:r>
              <a:rPr dirty="0"/>
              <a:t>Typical</a:t>
            </a:r>
            <a:r>
              <a:rPr spc="-204" dirty="0"/>
              <a:t> </a:t>
            </a:r>
            <a:r>
              <a:rPr dirty="0"/>
              <a:t>Computing</a:t>
            </a:r>
            <a:r>
              <a:rPr spc="-200" dirty="0"/>
              <a:t> </a:t>
            </a:r>
            <a:r>
              <a:rPr spc="-10" dirty="0"/>
              <a:t>Pattern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02461" y="2430747"/>
            <a:ext cx="4977765" cy="3502660"/>
            <a:chOff x="6802461" y="2430747"/>
            <a:chExt cx="4977765" cy="3502660"/>
          </a:xfrm>
        </p:grpSpPr>
        <p:sp>
          <p:nvSpPr>
            <p:cNvPr id="5" name="object 5"/>
            <p:cNvSpPr/>
            <p:nvPr/>
          </p:nvSpPr>
          <p:spPr>
            <a:xfrm>
              <a:off x="6857111" y="2558719"/>
              <a:ext cx="0" cy="3358515"/>
            </a:xfrm>
            <a:custGeom>
              <a:avLst/>
              <a:gdLst/>
              <a:ahLst/>
              <a:cxnLst/>
              <a:rect l="l" t="t" r="r" b="b"/>
              <a:pathLst>
                <a:path h="3358515">
                  <a:moveTo>
                    <a:pt x="0" y="335804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2461" y="2430747"/>
              <a:ext cx="109299" cy="1406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57111" y="5874738"/>
              <a:ext cx="4795520" cy="3810"/>
            </a:xfrm>
            <a:custGeom>
              <a:avLst/>
              <a:gdLst/>
              <a:ahLst/>
              <a:cxnLst/>
              <a:rect l="l" t="t" r="r" b="b"/>
              <a:pathLst>
                <a:path w="4795520" h="3810">
                  <a:moveTo>
                    <a:pt x="0" y="0"/>
                  </a:moveTo>
                  <a:lnTo>
                    <a:pt x="4795115" y="354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39476" y="5823638"/>
              <a:ext cx="140699" cy="1093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429814" y="3326306"/>
            <a:ext cx="381000" cy="1355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spc="-10" dirty="0">
                <a:latin typeface="Carlito"/>
                <a:cs typeface="Carlito"/>
              </a:rPr>
              <a:t>Compute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6136" y="1449663"/>
            <a:ext cx="24574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0" dirty="0">
                <a:latin typeface="Arial"/>
                <a:cs typeface="Arial"/>
              </a:rPr>
              <a:t>Rapid</a:t>
            </a:r>
            <a:r>
              <a:rPr sz="3200" spc="-114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Growth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57110" y="2583119"/>
            <a:ext cx="4500880" cy="3259454"/>
          </a:xfrm>
          <a:custGeom>
            <a:avLst/>
            <a:gdLst/>
            <a:ahLst/>
            <a:cxnLst/>
            <a:rect l="l" t="t" r="r" b="b"/>
            <a:pathLst>
              <a:path w="4500880" h="3259454">
                <a:moveTo>
                  <a:pt x="0" y="3258893"/>
                </a:moveTo>
                <a:lnTo>
                  <a:pt x="54295" y="3256435"/>
                </a:lnTo>
                <a:lnTo>
                  <a:pt x="108010" y="3253792"/>
                </a:lnTo>
                <a:lnTo>
                  <a:pt x="161160" y="3250945"/>
                </a:lnTo>
                <a:lnTo>
                  <a:pt x="213763" y="3247876"/>
                </a:lnTo>
                <a:lnTo>
                  <a:pt x="265836" y="3244566"/>
                </a:lnTo>
                <a:lnTo>
                  <a:pt x="317396" y="3240995"/>
                </a:lnTo>
                <a:lnTo>
                  <a:pt x="368462" y="3237145"/>
                </a:lnTo>
                <a:lnTo>
                  <a:pt x="419049" y="3232997"/>
                </a:lnTo>
                <a:lnTo>
                  <a:pt x="469175" y="3228531"/>
                </a:lnTo>
                <a:lnTo>
                  <a:pt x="518857" y="3223730"/>
                </a:lnTo>
                <a:lnTo>
                  <a:pt x="568113" y="3218573"/>
                </a:lnTo>
                <a:lnTo>
                  <a:pt x="616959" y="3213041"/>
                </a:lnTo>
                <a:lnTo>
                  <a:pt x="665414" y="3207117"/>
                </a:lnTo>
                <a:lnTo>
                  <a:pt x="713494" y="3200780"/>
                </a:lnTo>
                <a:lnTo>
                  <a:pt x="761216" y="3194013"/>
                </a:lnTo>
                <a:lnTo>
                  <a:pt x="808597" y="3186795"/>
                </a:lnTo>
                <a:lnTo>
                  <a:pt x="855655" y="3179108"/>
                </a:lnTo>
                <a:lnTo>
                  <a:pt x="902408" y="3170933"/>
                </a:lnTo>
                <a:lnTo>
                  <a:pt x="948871" y="3162252"/>
                </a:lnTo>
                <a:lnTo>
                  <a:pt x="995063" y="3153044"/>
                </a:lnTo>
                <a:lnTo>
                  <a:pt x="1041001" y="3143292"/>
                </a:lnTo>
                <a:lnTo>
                  <a:pt x="1086701" y="3132975"/>
                </a:lnTo>
                <a:lnTo>
                  <a:pt x="1132182" y="3122076"/>
                </a:lnTo>
                <a:lnTo>
                  <a:pt x="1177460" y="3110575"/>
                </a:lnTo>
                <a:lnTo>
                  <a:pt x="1222552" y="3098454"/>
                </a:lnTo>
                <a:lnTo>
                  <a:pt x="1267477" y="3085692"/>
                </a:lnTo>
                <a:lnTo>
                  <a:pt x="1312250" y="3072272"/>
                </a:lnTo>
                <a:lnTo>
                  <a:pt x="1356889" y="3058174"/>
                </a:lnTo>
                <a:lnTo>
                  <a:pt x="1401412" y="3043380"/>
                </a:lnTo>
                <a:lnTo>
                  <a:pt x="1445835" y="3027870"/>
                </a:lnTo>
                <a:lnTo>
                  <a:pt x="1490176" y="3011626"/>
                </a:lnTo>
                <a:lnTo>
                  <a:pt x="1534453" y="2994628"/>
                </a:lnTo>
                <a:lnTo>
                  <a:pt x="1578681" y="2976857"/>
                </a:lnTo>
                <a:lnTo>
                  <a:pt x="1622879" y="2958295"/>
                </a:lnTo>
                <a:lnTo>
                  <a:pt x="1667064" y="2938923"/>
                </a:lnTo>
                <a:lnTo>
                  <a:pt x="1711253" y="2918721"/>
                </a:lnTo>
                <a:lnTo>
                  <a:pt x="1755462" y="2897671"/>
                </a:lnTo>
                <a:lnTo>
                  <a:pt x="1799710" y="2875753"/>
                </a:lnTo>
                <a:lnTo>
                  <a:pt x="1844014" y="2852950"/>
                </a:lnTo>
                <a:lnTo>
                  <a:pt x="1888391" y="2829241"/>
                </a:lnTo>
                <a:lnTo>
                  <a:pt x="1932857" y="2804608"/>
                </a:lnTo>
                <a:lnTo>
                  <a:pt x="1977431" y="2779031"/>
                </a:lnTo>
                <a:lnTo>
                  <a:pt x="2022129" y="2752493"/>
                </a:lnTo>
                <a:lnTo>
                  <a:pt x="2066969" y="2724973"/>
                </a:lnTo>
                <a:lnTo>
                  <a:pt x="2111967" y="2696453"/>
                </a:lnTo>
                <a:lnTo>
                  <a:pt x="2157142" y="2666915"/>
                </a:lnTo>
                <a:lnTo>
                  <a:pt x="2202510" y="2636338"/>
                </a:lnTo>
                <a:lnTo>
                  <a:pt x="2248089" y="2604704"/>
                </a:lnTo>
                <a:lnTo>
                  <a:pt x="2293895" y="2571994"/>
                </a:lnTo>
                <a:lnTo>
                  <a:pt x="2327469" y="2547399"/>
                </a:lnTo>
                <a:lnTo>
                  <a:pt x="2361020" y="2522255"/>
                </a:lnTo>
                <a:lnTo>
                  <a:pt x="2394546" y="2496571"/>
                </a:lnTo>
                <a:lnTo>
                  <a:pt x="2428049" y="2470351"/>
                </a:lnTo>
                <a:lnTo>
                  <a:pt x="2461529" y="2443601"/>
                </a:lnTo>
                <a:lnTo>
                  <a:pt x="2494986" y="2416328"/>
                </a:lnTo>
                <a:lnTo>
                  <a:pt x="2528419" y="2388537"/>
                </a:lnTo>
                <a:lnTo>
                  <a:pt x="2561830" y="2360235"/>
                </a:lnTo>
                <a:lnTo>
                  <a:pt x="2595219" y="2331427"/>
                </a:lnTo>
                <a:lnTo>
                  <a:pt x="2628585" y="2302120"/>
                </a:lnTo>
                <a:lnTo>
                  <a:pt x="2661929" y="2272319"/>
                </a:lnTo>
                <a:lnTo>
                  <a:pt x="2695251" y="2242030"/>
                </a:lnTo>
                <a:lnTo>
                  <a:pt x="2728552" y="2211260"/>
                </a:lnTo>
                <a:lnTo>
                  <a:pt x="2761831" y="2180014"/>
                </a:lnTo>
                <a:lnTo>
                  <a:pt x="2795089" y="2148298"/>
                </a:lnTo>
                <a:lnTo>
                  <a:pt x="2828326" y="2116119"/>
                </a:lnTo>
                <a:lnTo>
                  <a:pt x="2861542" y="2083481"/>
                </a:lnTo>
                <a:lnTo>
                  <a:pt x="2894738" y="2050392"/>
                </a:lnTo>
                <a:lnTo>
                  <a:pt x="2927913" y="2016857"/>
                </a:lnTo>
                <a:lnTo>
                  <a:pt x="2961068" y="1982882"/>
                </a:lnTo>
                <a:lnTo>
                  <a:pt x="2994204" y="1948474"/>
                </a:lnTo>
                <a:lnTo>
                  <a:pt x="3027319" y="1913637"/>
                </a:lnTo>
                <a:lnTo>
                  <a:pt x="3060416" y="1878379"/>
                </a:lnTo>
                <a:lnTo>
                  <a:pt x="3093493" y="1842704"/>
                </a:lnTo>
                <a:lnTo>
                  <a:pt x="3126550" y="1806620"/>
                </a:lnTo>
                <a:lnTo>
                  <a:pt x="3159590" y="1770131"/>
                </a:lnTo>
                <a:lnTo>
                  <a:pt x="3192610" y="1733245"/>
                </a:lnTo>
                <a:lnTo>
                  <a:pt x="3225612" y="1695966"/>
                </a:lnTo>
                <a:lnTo>
                  <a:pt x="3258596" y="1658302"/>
                </a:lnTo>
                <a:lnTo>
                  <a:pt x="3291562" y="1620257"/>
                </a:lnTo>
                <a:lnTo>
                  <a:pt x="3324511" y="1581838"/>
                </a:lnTo>
                <a:lnTo>
                  <a:pt x="3357441" y="1543051"/>
                </a:lnTo>
                <a:lnTo>
                  <a:pt x="3390355" y="1503902"/>
                </a:lnTo>
                <a:lnTo>
                  <a:pt x="3423251" y="1464397"/>
                </a:lnTo>
                <a:lnTo>
                  <a:pt x="3456131" y="1424541"/>
                </a:lnTo>
                <a:lnTo>
                  <a:pt x="3488994" y="1384341"/>
                </a:lnTo>
                <a:lnTo>
                  <a:pt x="3521840" y="1343803"/>
                </a:lnTo>
                <a:lnTo>
                  <a:pt x="3554670" y="1302933"/>
                </a:lnTo>
                <a:lnTo>
                  <a:pt x="3587485" y="1261736"/>
                </a:lnTo>
                <a:lnTo>
                  <a:pt x="3620283" y="1220219"/>
                </a:lnTo>
                <a:lnTo>
                  <a:pt x="3653066" y="1178387"/>
                </a:lnTo>
                <a:lnTo>
                  <a:pt x="3685833" y="1136247"/>
                </a:lnTo>
                <a:lnTo>
                  <a:pt x="3718586" y="1093805"/>
                </a:lnTo>
                <a:lnTo>
                  <a:pt x="3751323" y="1051066"/>
                </a:lnTo>
                <a:lnTo>
                  <a:pt x="3784046" y="1008037"/>
                </a:lnTo>
                <a:lnTo>
                  <a:pt x="3816754" y="964724"/>
                </a:lnTo>
                <a:lnTo>
                  <a:pt x="3849448" y="921131"/>
                </a:lnTo>
                <a:lnTo>
                  <a:pt x="3882128" y="877267"/>
                </a:lnTo>
                <a:lnTo>
                  <a:pt x="3914794" y="833135"/>
                </a:lnTo>
                <a:lnTo>
                  <a:pt x="3947447" y="788743"/>
                </a:lnTo>
                <a:lnTo>
                  <a:pt x="3980086" y="744097"/>
                </a:lnTo>
                <a:lnTo>
                  <a:pt x="4012712" y="699202"/>
                </a:lnTo>
                <a:lnTo>
                  <a:pt x="4045325" y="654064"/>
                </a:lnTo>
                <a:lnTo>
                  <a:pt x="4077925" y="608689"/>
                </a:lnTo>
                <a:lnTo>
                  <a:pt x="4110513" y="563084"/>
                </a:lnTo>
                <a:lnTo>
                  <a:pt x="4143088" y="517254"/>
                </a:lnTo>
                <a:lnTo>
                  <a:pt x="4175651" y="471205"/>
                </a:lnTo>
                <a:lnTo>
                  <a:pt x="4208203" y="424944"/>
                </a:lnTo>
                <a:lnTo>
                  <a:pt x="4240742" y="378475"/>
                </a:lnTo>
                <a:lnTo>
                  <a:pt x="4273271" y="331806"/>
                </a:lnTo>
                <a:lnTo>
                  <a:pt x="4305787" y="284942"/>
                </a:lnTo>
                <a:lnTo>
                  <a:pt x="4338293" y="237889"/>
                </a:lnTo>
                <a:lnTo>
                  <a:pt x="4370789" y="190653"/>
                </a:lnTo>
                <a:lnTo>
                  <a:pt x="4403273" y="143240"/>
                </a:lnTo>
                <a:lnTo>
                  <a:pt x="4435747" y="95656"/>
                </a:lnTo>
                <a:lnTo>
                  <a:pt x="4468211" y="47907"/>
                </a:lnTo>
                <a:lnTo>
                  <a:pt x="4500665" y="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577346" y="6005869"/>
            <a:ext cx="73088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i="1" spc="-20" dirty="0">
                <a:latin typeface="Carlito"/>
                <a:cs typeface="Carlito"/>
              </a:rPr>
              <a:t>Time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BE23850E-818B-B4EB-2BD0-88CD71DB0995}"/>
              </a:ext>
            </a:extLst>
          </p:cNvPr>
          <p:cNvGraphicFramePr/>
          <p:nvPr/>
        </p:nvGraphicFramePr>
        <p:xfrm>
          <a:off x="963157" y="1802663"/>
          <a:ext cx="4603115" cy="3785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3930">
              <a:lnSpc>
                <a:spcPct val="100000"/>
              </a:lnSpc>
              <a:spcBef>
                <a:spcPts val="100"/>
              </a:spcBef>
            </a:pPr>
            <a:r>
              <a:rPr dirty="0"/>
              <a:t>Typical</a:t>
            </a:r>
            <a:r>
              <a:rPr spc="-204" dirty="0"/>
              <a:t> </a:t>
            </a:r>
            <a:r>
              <a:rPr dirty="0"/>
              <a:t>Computing</a:t>
            </a:r>
            <a:r>
              <a:rPr spc="-20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3157" y="1802663"/>
            <a:ext cx="4240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Unexpected peak in </a:t>
            </a:r>
            <a:r>
              <a:rPr sz="2800" spc="-10" dirty="0">
                <a:latin typeface="Times New Roman"/>
                <a:cs typeface="Times New Roman"/>
              </a:rPr>
              <a:t>demand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57" y="2856230"/>
            <a:ext cx="4300855" cy="186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Loss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business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opportunity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80"/>
              </a:spcBef>
              <a:buFont typeface="Arial"/>
              <a:buChar char="▪"/>
            </a:pPr>
            <a:endParaRPr sz="2800">
              <a:latin typeface="Times New Roman"/>
              <a:cs typeface="Times New Roman"/>
            </a:endParaRPr>
          </a:p>
          <a:p>
            <a:pPr marL="187960" marR="243204" indent="-175895">
              <a:lnSpc>
                <a:spcPts val="3050"/>
              </a:lnSpc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Wasted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capacity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demand 	wanes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02461" y="2430747"/>
            <a:ext cx="4977765" cy="3502660"/>
            <a:chOff x="6802461" y="2430747"/>
            <a:chExt cx="4977765" cy="3502660"/>
          </a:xfrm>
        </p:grpSpPr>
        <p:sp>
          <p:nvSpPr>
            <p:cNvPr id="6" name="object 6"/>
            <p:cNvSpPr/>
            <p:nvPr/>
          </p:nvSpPr>
          <p:spPr>
            <a:xfrm>
              <a:off x="6857111" y="2558719"/>
              <a:ext cx="0" cy="3358515"/>
            </a:xfrm>
            <a:custGeom>
              <a:avLst/>
              <a:gdLst/>
              <a:ahLst/>
              <a:cxnLst/>
              <a:rect l="l" t="t" r="r" b="b"/>
              <a:pathLst>
                <a:path h="3358515">
                  <a:moveTo>
                    <a:pt x="0" y="335804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2461" y="2430747"/>
              <a:ext cx="109299" cy="1406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57111" y="5874738"/>
              <a:ext cx="4795520" cy="3810"/>
            </a:xfrm>
            <a:custGeom>
              <a:avLst/>
              <a:gdLst/>
              <a:ahLst/>
              <a:cxnLst/>
              <a:rect l="l" t="t" r="r" b="b"/>
              <a:pathLst>
                <a:path w="4795520" h="3810">
                  <a:moveTo>
                    <a:pt x="0" y="0"/>
                  </a:moveTo>
                  <a:lnTo>
                    <a:pt x="4795115" y="354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39476" y="5823638"/>
              <a:ext cx="140699" cy="1093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429814" y="3326306"/>
            <a:ext cx="381000" cy="1355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spc="-10" dirty="0">
                <a:latin typeface="Carlito"/>
                <a:cs typeface="Carlito"/>
              </a:rPr>
              <a:t>Compute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95922" y="1911634"/>
            <a:ext cx="40335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Arial"/>
                <a:cs typeface="Arial"/>
              </a:rPr>
              <a:t>Unpredictable</a:t>
            </a:r>
            <a:r>
              <a:rPr sz="3200" spc="-180" dirty="0">
                <a:latin typeface="Arial"/>
                <a:cs typeface="Arial"/>
              </a:rPr>
              <a:t> </a:t>
            </a:r>
            <a:r>
              <a:rPr sz="3200" spc="-60" dirty="0">
                <a:latin typeface="Arial"/>
                <a:cs typeface="Arial"/>
              </a:rPr>
              <a:t>Bursting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57110" y="3223393"/>
            <a:ext cx="4923155" cy="1097280"/>
            <a:chOff x="6857110" y="3223393"/>
            <a:chExt cx="4923155" cy="1097280"/>
          </a:xfrm>
        </p:grpSpPr>
        <p:sp>
          <p:nvSpPr>
            <p:cNvPr id="13" name="object 13"/>
            <p:cNvSpPr/>
            <p:nvPr/>
          </p:nvSpPr>
          <p:spPr>
            <a:xfrm>
              <a:off x="9967804" y="4262366"/>
              <a:ext cx="1684655" cy="3810"/>
            </a:xfrm>
            <a:custGeom>
              <a:avLst/>
              <a:gdLst/>
              <a:ahLst/>
              <a:cxnLst/>
              <a:rect l="l" t="t" r="r" b="b"/>
              <a:pathLst>
                <a:path w="1684654" h="3810">
                  <a:moveTo>
                    <a:pt x="0" y="0"/>
                  </a:moveTo>
                  <a:lnTo>
                    <a:pt x="1684421" y="329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39426" y="4211016"/>
              <a:ext cx="140749" cy="1092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57110" y="4251741"/>
              <a:ext cx="1596390" cy="0"/>
            </a:xfrm>
            <a:custGeom>
              <a:avLst/>
              <a:gdLst/>
              <a:ahLst/>
              <a:cxnLst/>
              <a:rect l="l" t="t" r="r" b="b"/>
              <a:pathLst>
                <a:path w="1596390">
                  <a:moveTo>
                    <a:pt x="0" y="0"/>
                  </a:moveTo>
                  <a:lnTo>
                    <a:pt x="1595896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40307" y="4197091"/>
              <a:ext cx="140674" cy="1092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05407" y="3236093"/>
              <a:ext cx="1346835" cy="1031875"/>
            </a:xfrm>
            <a:custGeom>
              <a:avLst/>
              <a:gdLst/>
              <a:ahLst/>
              <a:cxnLst/>
              <a:rect l="l" t="t" r="r" b="b"/>
              <a:pathLst>
                <a:path w="1346834" h="1031875">
                  <a:moveTo>
                    <a:pt x="0" y="1015647"/>
                  </a:moveTo>
                  <a:lnTo>
                    <a:pt x="23663" y="956931"/>
                  </a:lnTo>
                  <a:lnTo>
                    <a:pt x="47334" y="898390"/>
                  </a:lnTo>
                  <a:lnTo>
                    <a:pt x="71017" y="840198"/>
                  </a:lnTo>
                  <a:lnTo>
                    <a:pt x="94721" y="782531"/>
                  </a:lnTo>
                  <a:lnTo>
                    <a:pt x="118452" y="725561"/>
                  </a:lnTo>
                  <a:lnTo>
                    <a:pt x="142215" y="669466"/>
                  </a:lnTo>
                  <a:lnTo>
                    <a:pt x="166018" y="614418"/>
                  </a:lnTo>
                  <a:lnTo>
                    <a:pt x="189868" y="560594"/>
                  </a:lnTo>
                  <a:lnTo>
                    <a:pt x="213770" y="508167"/>
                  </a:lnTo>
                  <a:lnTo>
                    <a:pt x="237732" y="457312"/>
                  </a:lnTo>
                  <a:lnTo>
                    <a:pt x="261760" y="408204"/>
                  </a:lnTo>
                  <a:lnTo>
                    <a:pt x="285860" y="361017"/>
                  </a:lnTo>
                  <a:lnTo>
                    <a:pt x="310040" y="315927"/>
                  </a:lnTo>
                  <a:lnTo>
                    <a:pt x="334305" y="273108"/>
                  </a:lnTo>
                  <a:lnTo>
                    <a:pt x="358662" y="232734"/>
                  </a:lnTo>
                  <a:lnTo>
                    <a:pt x="383119" y="194981"/>
                  </a:lnTo>
                  <a:lnTo>
                    <a:pt x="407681" y="160023"/>
                  </a:lnTo>
                  <a:lnTo>
                    <a:pt x="432355" y="128034"/>
                  </a:lnTo>
                  <a:lnTo>
                    <a:pt x="482066" y="73665"/>
                  </a:lnTo>
                  <a:lnTo>
                    <a:pt x="532304" y="33272"/>
                  </a:lnTo>
                  <a:lnTo>
                    <a:pt x="583123" y="8250"/>
                  </a:lnTo>
                  <a:lnTo>
                    <a:pt x="634573" y="0"/>
                  </a:lnTo>
                  <a:lnTo>
                    <a:pt x="659582" y="2371"/>
                  </a:lnTo>
                  <a:lnTo>
                    <a:pt x="710053" y="19124"/>
                  </a:lnTo>
                  <a:lnTo>
                    <a:pt x="761089" y="50852"/>
                  </a:lnTo>
                  <a:lnTo>
                    <a:pt x="812643" y="96306"/>
                  </a:lnTo>
                  <a:lnTo>
                    <a:pt x="864667" y="154239"/>
                  </a:lnTo>
                  <a:lnTo>
                    <a:pt x="890841" y="187495"/>
                  </a:lnTo>
                  <a:lnTo>
                    <a:pt x="917116" y="223402"/>
                  </a:lnTo>
                  <a:lnTo>
                    <a:pt x="943484" y="261806"/>
                  </a:lnTo>
                  <a:lnTo>
                    <a:pt x="969941" y="302549"/>
                  </a:lnTo>
                  <a:lnTo>
                    <a:pt x="996480" y="345475"/>
                  </a:lnTo>
                  <a:lnTo>
                    <a:pt x="1023096" y="390430"/>
                  </a:lnTo>
                  <a:lnTo>
                    <a:pt x="1049783" y="437256"/>
                  </a:lnTo>
                  <a:lnTo>
                    <a:pt x="1076534" y="485798"/>
                  </a:lnTo>
                  <a:lnTo>
                    <a:pt x="1103344" y="535900"/>
                  </a:lnTo>
                  <a:lnTo>
                    <a:pt x="1130208" y="587406"/>
                  </a:lnTo>
                  <a:lnTo>
                    <a:pt x="1157119" y="640160"/>
                  </a:lnTo>
                  <a:lnTo>
                    <a:pt x="1184071" y="694005"/>
                  </a:lnTo>
                  <a:lnTo>
                    <a:pt x="1211058" y="748787"/>
                  </a:lnTo>
                  <a:lnTo>
                    <a:pt x="1238075" y="804348"/>
                  </a:lnTo>
                  <a:lnTo>
                    <a:pt x="1265116" y="860533"/>
                  </a:lnTo>
                  <a:lnTo>
                    <a:pt x="1292175" y="917186"/>
                  </a:lnTo>
                  <a:lnTo>
                    <a:pt x="1319245" y="974151"/>
                  </a:lnTo>
                  <a:lnTo>
                    <a:pt x="1346322" y="1031272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577346" y="6005869"/>
            <a:ext cx="73088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i="1" spc="-20" dirty="0">
                <a:latin typeface="Carlito"/>
                <a:cs typeface="Carlito"/>
              </a:rPr>
              <a:t>Time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3930">
              <a:lnSpc>
                <a:spcPct val="100000"/>
              </a:lnSpc>
              <a:spcBef>
                <a:spcPts val="100"/>
              </a:spcBef>
            </a:pPr>
            <a:r>
              <a:rPr dirty="0"/>
              <a:t>Typical</a:t>
            </a:r>
            <a:r>
              <a:rPr spc="-204" dirty="0"/>
              <a:t> </a:t>
            </a:r>
            <a:r>
              <a:rPr dirty="0"/>
              <a:t>Computing</a:t>
            </a:r>
            <a:r>
              <a:rPr spc="-20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3157" y="1802663"/>
            <a:ext cx="41198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Seasonal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peaks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troughs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57" y="2788788"/>
            <a:ext cx="3350895" cy="12757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385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Provisioning </a:t>
            </a:r>
            <a:r>
              <a:rPr sz="2800" spc="-10" dirty="0">
                <a:latin typeface="Times New Roman"/>
                <a:cs typeface="Times New Roman"/>
              </a:rPr>
              <a:t>dilemma</a:t>
            </a:r>
            <a:endParaRPr sz="2800">
              <a:latin typeface="Times New Roman"/>
              <a:cs typeface="Times New Roman"/>
            </a:endParaRPr>
          </a:p>
          <a:p>
            <a:pPr marL="645160" lvl="1" indent="-182880">
              <a:lnSpc>
                <a:spcPct val="100000"/>
              </a:lnSpc>
              <a:spcBef>
                <a:spcPts val="244"/>
              </a:spcBef>
              <a:buFont typeface="Arial"/>
              <a:buChar char="▪"/>
              <a:tabLst>
                <a:tab pos="645160" algn="l"/>
              </a:tabLst>
            </a:pPr>
            <a:r>
              <a:rPr sz="2400" dirty="0">
                <a:latin typeface="Times New Roman"/>
                <a:cs typeface="Times New Roman"/>
              </a:rPr>
              <a:t>Wasted capacity </a:t>
            </a:r>
            <a:r>
              <a:rPr sz="2400" spc="-25" dirty="0"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  <a:p>
            <a:pPr marL="645160" lvl="1" indent="-182880">
              <a:lnSpc>
                <a:spcPct val="100000"/>
              </a:lnSpc>
              <a:spcBef>
                <a:spcPts val="195"/>
              </a:spcBef>
              <a:buFont typeface="Arial"/>
              <a:buChar char="▪"/>
              <a:tabLst>
                <a:tab pos="645160" algn="l"/>
              </a:tabLst>
            </a:pPr>
            <a:r>
              <a:rPr sz="2400" dirty="0">
                <a:latin typeface="Times New Roman"/>
                <a:cs typeface="Times New Roman"/>
              </a:rPr>
              <a:t>Loss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business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02461" y="2430747"/>
            <a:ext cx="4977765" cy="3502660"/>
            <a:chOff x="6802461" y="2430747"/>
            <a:chExt cx="4977765" cy="3502660"/>
          </a:xfrm>
        </p:grpSpPr>
        <p:sp>
          <p:nvSpPr>
            <p:cNvPr id="6" name="object 6"/>
            <p:cNvSpPr/>
            <p:nvPr/>
          </p:nvSpPr>
          <p:spPr>
            <a:xfrm>
              <a:off x="6857111" y="2558719"/>
              <a:ext cx="0" cy="3358515"/>
            </a:xfrm>
            <a:custGeom>
              <a:avLst/>
              <a:gdLst/>
              <a:ahLst/>
              <a:cxnLst/>
              <a:rect l="l" t="t" r="r" b="b"/>
              <a:pathLst>
                <a:path h="3358515">
                  <a:moveTo>
                    <a:pt x="0" y="335804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2461" y="2430747"/>
              <a:ext cx="109299" cy="1406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57111" y="5874738"/>
              <a:ext cx="4795520" cy="3810"/>
            </a:xfrm>
            <a:custGeom>
              <a:avLst/>
              <a:gdLst/>
              <a:ahLst/>
              <a:cxnLst/>
              <a:rect l="l" t="t" r="r" b="b"/>
              <a:pathLst>
                <a:path w="4795520" h="3810">
                  <a:moveTo>
                    <a:pt x="0" y="0"/>
                  </a:moveTo>
                  <a:lnTo>
                    <a:pt x="4795115" y="354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39476" y="5823638"/>
              <a:ext cx="140699" cy="1093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429814" y="3326306"/>
            <a:ext cx="381000" cy="1355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spc="-10" dirty="0">
                <a:latin typeface="Carlito"/>
                <a:cs typeface="Carlito"/>
              </a:rPr>
              <a:t>Compute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00783" y="1838616"/>
            <a:ext cx="35140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5" dirty="0">
                <a:latin typeface="Arial"/>
                <a:cs typeface="Arial"/>
              </a:rPr>
              <a:t>Predictable</a:t>
            </a:r>
            <a:r>
              <a:rPr sz="3200" spc="-145" dirty="0">
                <a:latin typeface="Arial"/>
                <a:cs typeface="Arial"/>
              </a:rPr>
              <a:t> </a:t>
            </a:r>
            <a:r>
              <a:rPr sz="3200" spc="-50" dirty="0">
                <a:latin typeface="Arial"/>
                <a:cs typeface="Arial"/>
              </a:rPr>
              <a:t>Bursting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44410" y="3276143"/>
            <a:ext cx="4795520" cy="1370965"/>
            <a:chOff x="6844410" y="3276143"/>
            <a:chExt cx="4795520" cy="1370965"/>
          </a:xfrm>
        </p:grpSpPr>
        <p:sp>
          <p:nvSpPr>
            <p:cNvPr id="13" name="object 13"/>
            <p:cNvSpPr/>
            <p:nvPr/>
          </p:nvSpPr>
          <p:spPr>
            <a:xfrm>
              <a:off x="6857110" y="3288843"/>
              <a:ext cx="4677410" cy="1345565"/>
            </a:xfrm>
            <a:custGeom>
              <a:avLst/>
              <a:gdLst/>
              <a:ahLst/>
              <a:cxnLst/>
              <a:rect l="l" t="t" r="r" b="b"/>
              <a:pathLst>
                <a:path w="4677409" h="1345564">
                  <a:moveTo>
                    <a:pt x="0" y="1247797"/>
                  </a:moveTo>
                  <a:lnTo>
                    <a:pt x="32950" y="1195142"/>
                  </a:lnTo>
                  <a:lnTo>
                    <a:pt x="65895" y="1142571"/>
                  </a:lnTo>
                  <a:lnTo>
                    <a:pt x="98826" y="1090166"/>
                  </a:lnTo>
                  <a:lnTo>
                    <a:pt x="131738" y="1038012"/>
                  </a:lnTo>
                  <a:lnTo>
                    <a:pt x="164624" y="986191"/>
                  </a:lnTo>
                  <a:lnTo>
                    <a:pt x="197477" y="934786"/>
                  </a:lnTo>
                  <a:lnTo>
                    <a:pt x="230291" y="883882"/>
                  </a:lnTo>
                  <a:lnTo>
                    <a:pt x="263058" y="833562"/>
                  </a:lnTo>
                  <a:lnTo>
                    <a:pt x="295774" y="783908"/>
                  </a:lnTo>
                  <a:lnTo>
                    <a:pt x="328430" y="735005"/>
                  </a:lnTo>
                  <a:lnTo>
                    <a:pt x="361020" y="686936"/>
                  </a:lnTo>
                  <a:lnTo>
                    <a:pt x="393539" y="639783"/>
                  </a:lnTo>
                  <a:lnTo>
                    <a:pt x="425978" y="593631"/>
                  </a:lnTo>
                  <a:lnTo>
                    <a:pt x="458332" y="548563"/>
                  </a:lnTo>
                  <a:lnTo>
                    <a:pt x="490595" y="504662"/>
                  </a:lnTo>
                  <a:lnTo>
                    <a:pt x="522758" y="462012"/>
                  </a:lnTo>
                  <a:lnTo>
                    <a:pt x="554817" y="420695"/>
                  </a:lnTo>
                  <a:lnTo>
                    <a:pt x="586764" y="380796"/>
                  </a:lnTo>
                  <a:lnTo>
                    <a:pt x="618593" y="342397"/>
                  </a:lnTo>
                  <a:lnTo>
                    <a:pt x="650297" y="305582"/>
                  </a:lnTo>
                  <a:lnTo>
                    <a:pt x="681869" y="270435"/>
                  </a:lnTo>
                  <a:lnTo>
                    <a:pt x="713304" y="237038"/>
                  </a:lnTo>
                  <a:lnTo>
                    <a:pt x="744594" y="205476"/>
                  </a:lnTo>
                  <a:lnTo>
                    <a:pt x="775733" y="175831"/>
                  </a:lnTo>
                  <a:lnTo>
                    <a:pt x="806714" y="148186"/>
                  </a:lnTo>
                  <a:lnTo>
                    <a:pt x="837532" y="122626"/>
                  </a:lnTo>
                  <a:lnTo>
                    <a:pt x="868178" y="99234"/>
                  </a:lnTo>
                  <a:lnTo>
                    <a:pt x="928932" y="59285"/>
                  </a:lnTo>
                  <a:lnTo>
                    <a:pt x="988923" y="29008"/>
                  </a:lnTo>
                  <a:lnTo>
                    <a:pt x="1048100" y="9068"/>
                  </a:lnTo>
                  <a:lnTo>
                    <a:pt x="1106409" y="132"/>
                  </a:lnTo>
                  <a:lnTo>
                    <a:pt x="1135222" y="0"/>
                  </a:lnTo>
                  <a:lnTo>
                    <a:pt x="1160902" y="3637"/>
                  </a:lnTo>
                  <a:lnTo>
                    <a:pt x="1211418" y="24690"/>
                  </a:lnTo>
                  <a:lnTo>
                    <a:pt x="1260895" y="62464"/>
                  </a:lnTo>
                  <a:lnTo>
                    <a:pt x="1309436" y="114976"/>
                  </a:lnTo>
                  <a:lnTo>
                    <a:pt x="1333387" y="146141"/>
                  </a:lnTo>
                  <a:lnTo>
                    <a:pt x="1357143" y="180247"/>
                  </a:lnTo>
                  <a:lnTo>
                    <a:pt x="1380715" y="217047"/>
                  </a:lnTo>
                  <a:lnTo>
                    <a:pt x="1404118" y="256294"/>
                  </a:lnTo>
                  <a:lnTo>
                    <a:pt x="1427363" y="297739"/>
                  </a:lnTo>
                  <a:lnTo>
                    <a:pt x="1450463" y="341135"/>
                  </a:lnTo>
                  <a:lnTo>
                    <a:pt x="1473431" y="386235"/>
                  </a:lnTo>
                  <a:lnTo>
                    <a:pt x="1496280" y="432790"/>
                  </a:lnTo>
                  <a:lnTo>
                    <a:pt x="1519022" y="480553"/>
                  </a:lnTo>
                  <a:lnTo>
                    <a:pt x="1541671" y="529277"/>
                  </a:lnTo>
                  <a:lnTo>
                    <a:pt x="1564239" y="578713"/>
                  </a:lnTo>
                  <a:lnTo>
                    <a:pt x="1586739" y="628614"/>
                  </a:lnTo>
                  <a:lnTo>
                    <a:pt x="1609184" y="678733"/>
                  </a:lnTo>
                  <a:lnTo>
                    <a:pt x="1631586" y="728820"/>
                  </a:lnTo>
                  <a:lnTo>
                    <a:pt x="1653958" y="778630"/>
                  </a:lnTo>
                  <a:lnTo>
                    <a:pt x="1676313" y="827914"/>
                  </a:lnTo>
                  <a:lnTo>
                    <a:pt x="1698664" y="876425"/>
                  </a:lnTo>
                  <a:lnTo>
                    <a:pt x="1721024" y="923914"/>
                  </a:lnTo>
                  <a:lnTo>
                    <a:pt x="1743405" y="970135"/>
                  </a:lnTo>
                  <a:lnTo>
                    <a:pt x="1765819" y="1014839"/>
                  </a:lnTo>
                  <a:lnTo>
                    <a:pt x="1788281" y="1057779"/>
                  </a:lnTo>
                  <a:lnTo>
                    <a:pt x="1810802" y="1098707"/>
                  </a:lnTo>
                  <a:lnTo>
                    <a:pt x="1833396" y="1137376"/>
                  </a:lnTo>
                  <a:lnTo>
                    <a:pt x="1856075" y="1173537"/>
                  </a:lnTo>
                  <a:lnTo>
                    <a:pt x="1878851" y="1206943"/>
                  </a:lnTo>
                  <a:lnTo>
                    <a:pt x="1924749" y="1264501"/>
                  </a:lnTo>
                  <a:lnTo>
                    <a:pt x="1971192" y="1308067"/>
                  </a:lnTo>
                  <a:lnTo>
                    <a:pt x="2018282" y="1335659"/>
                  </a:lnTo>
                  <a:lnTo>
                    <a:pt x="2066120" y="1345297"/>
                  </a:lnTo>
                  <a:lnTo>
                    <a:pt x="2090334" y="1342828"/>
                  </a:lnTo>
                  <a:lnTo>
                    <a:pt x="2139273" y="1323831"/>
                  </a:lnTo>
                  <a:lnTo>
                    <a:pt x="2188822" y="1287757"/>
                  </a:lnTo>
                  <a:lnTo>
                    <a:pt x="2238896" y="1236608"/>
                  </a:lnTo>
                  <a:lnTo>
                    <a:pt x="2264103" y="1206007"/>
                  </a:lnTo>
                  <a:lnTo>
                    <a:pt x="2289410" y="1172389"/>
                  </a:lnTo>
                  <a:lnTo>
                    <a:pt x="2314805" y="1136005"/>
                  </a:lnTo>
                  <a:lnTo>
                    <a:pt x="2340278" y="1097103"/>
                  </a:lnTo>
                  <a:lnTo>
                    <a:pt x="2365818" y="1055936"/>
                  </a:lnTo>
                  <a:lnTo>
                    <a:pt x="2391415" y="1012754"/>
                  </a:lnTo>
                  <a:lnTo>
                    <a:pt x="2417059" y="967806"/>
                  </a:lnTo>
                  <a:lnTo>
                    <a:pt x="2442737" y="921344"/>
                  </a:lnTo>
                  <a:lnTo>
                    <a:pt x="2468441" y="873617"/>
                  </a:lnTo>
                  <a:lnTo>
                    <a:pt x="2494159" y="824876"/>
                  </a:lnTo>
                  <a:lnTo>
                    <a:pt x="2519880" y="775373"/>
                  </a:lnTo>
                  <a:lnTo>
                    <a:pt x="2545595" y="725356"/>
                  </a:lnTo>
                  <a:lnTo>
                    <a:pt x="2571291" y="675076"/>
                  </a:lnTo>
                  <a:lnTo>
                    <a:pt x="2596959" y="624785"/>
                  </a:lnTo>
                  <a:lnTo>
                    <a:pt x="2622589" y="574731"/>
                  </a:lnTo>
                  <a:lnTo>
                    <a:pt x="2648168" y="525167"/>
                  </a:lnTo>
                  <a:lnTo>
                    <a:pt x="2673688" y="476341"/>
                  </a:lnTo>
                  <a:lnTo>
                    <a:pt x="2699136" y="428505"/>
                  </a:lnTo>
                  <a:lnTo>
                    <a:pt x="2724503" y="381909"/>
                  </a:lnTo>
                  <a:lnTo>
                    <a:pt x="2749777" y="336804"/>
                  </a:lnTo>
                  <a:lnTo>
                    <a:pt x="2774949" y="293439"/>
                  </a:lnTo>
                  <a:lnTo>
                    <a:pt x="2800008" y="252066"/>
                  </a:lnTo>
                  <a:lnTo>
                    <a:pt x="2824942" y="212934"/>
                  </a:lnTo>
                  <a:lnTo>
                    <a:pt x="2849741" y="176294"/>
                  </a:lnTo>
                  <a:lnTo>
                    <a:pt x="2874396" y="142397"/>
                  </a:lnTo>
                  <a:lnTo>
                    <a:pt x="2898894" y="111492"/>
                  </a:lnTo>
                  <a:lnTo>
                    <a:pt x="2947379" y="59664"/>
                  </a:lnTo>
                  <a:lnTo>
                    <a:pt x="2995113" y="22813"/>
                  </a:lnTo>
                  <a:lnTo>
                    <a:pt x="3042010" y="2942"/>
                  </a:lnTo>
                  <a:lnTo>
                    <a:pt x="3065118" y="0"/>
                  </a:lnTo>
                  <a:lnTo>
                    <a:pt x="3090565" y="2207"/>
                  </a:lnTo>
                  <a:lnTo>
                    <a:pt x="3140903" y="22227"/>
                  </a:lnTo>
                  <a:lnTo>
                    <a:pt x="3190541" y="61082"/>
                  </a:lnTo>
                  <a:lnTo>
                    <a:pt x="3239525" y="116406"/>
                  </a:lnTo>
                  <a:lnTo>
                    <a:pt x="3263786" y="149504"/>
                  </a:lnTo>
                  <a:lnTo>
                    <a:pt x="3287902" y="185831"/>
                  </a:lnTo>
                  <a:lnTo>
                    <a:pt x="3311877" y="225092"/>
                  </a:lnTo>
                  <a:lnTo>
                    <a:pt x="3335719" y="266990"/>
                  </a:lnTo>
                  <a:lnTo>
                    <a:pt x="3359432" y="311230"/>
                  </a:lnTo>
                  <a:lnTo>
                    <a:pt x="3383022" y="357517"/>
                  </a:lnTo>
                  <a:lnTo>
                    <a:pt x="3406496" y="405553"/>
                  </a:lnTo>
                  <a:lnTo>
                    <a:pt x="3429858" y="455044"/>
                  </a:lnTo>
                  <a:lnTo>
                    <a:pt x="3453116" y="505693"/>
                  </a:lnTo>
                  <a:lnTo>
                    <a:pt x="3476274" y="557204"/>
                  </a:lnTo>
                  <a:lnTo>
                    <a:pt x="3499339" y="609283"/>
                  </a:lnTo>
                  <a:lnTo>
                    <a:pt x="3522317" y="661632"/>
                  </a:lnTo>
                  <a:lnTo>
                    <a:pt x="3545213" y="713956"/>
                  </a:lnTo>
                  <a:lnTo>
                    <a:pt x="3568032" y="765958"/>
                  </a:lnTo>
                  <a:lnTo>
                    <a:pt x="3590782" y="817345"/>
                  </a:lnTo>
                  <a:lnTo>
                    <a:pt x="3613468" y="867818"/>
                  </a:lnTo>
                  <a:lnTo>
                    <a:pt x="3636095" y="917083"/>
                  </a:lnTo>
                  <a:lnTo>
                    <a:pt x="3658670" y="964843"/>
                  </a:lnTo>
                  <a:lnTo>
                    <a:pt x="3681198" y="1010803"/>
                  </a:lnTo>
                  <a:lnTo>
                    <a:pt x="3703685" y="1054667"/>
                  </a:lnTo>
                  <a:lnTo>
                    <a:pt x="3726137" y="1096139"/>
                  </a:lnTo>
                  <a:lnTo>
                    <a:pt x="3748559" y="1134923"/>
                  </a:lnTo>
                  <a:lnTo>
                    <a:pt x="3770959" y="1170723"/>
                  </a:lnTo>
                  <a:lnTo>
                    <a:pt x="3793341" y="1203244"/>
                  </a:lnTo>
                  <a:lnTo>
                    <a:pt x="3838075" y="1257263"/>
                  </a:lnTo>
                  <a:lnTo>
                    <a:pt x="3882810" y="1294613"/>
                  </a:lnTo>
                  <a:lnTo>
                    <a:pt x="3939189" y="1316273"/>
                  </a:lnTo>
                  <a:lnTo>
                    <a:pt x="3973930" y="1318955"/>
                  </a:lnTo>
                  <a:lnTo>
                    <a:pt x="4009292" y="1314900"/>
                  </a:lnTo>
                  <a:lnTo>
                    <a:pt x="4081384" y="1288819"/>
                  </a:lnTo>
                  <a:lnTo>
                    <a:pt x="4117869" y="1267908"/>
                  </a:lnTo>
                  <a:lnTo>
                    <a:pt x="4154481" y="1242495"/>
                  </a:lnTo>
                  <a:lnTo>
                    <a:pt x="4191098" y="1213140"/>
                  </a:lnTo>
                  <a:lnTo>
                    <a:pt x="4227598" y="1180399"/>
                  </a:lnTo>
                  <a:lnTo>
                    <a:pt x="4263855" y="1144832"/>
                  </a:lnTo>
                  <a:lnTo>
                    <a:pt x="4299748" y="1106998"/>
                  </a:lnTo>
                  <a:lnTo>
                    <a:pt x="4335153" y="1067454"/>
                  </a:lnTo>
                  <a:lnTo>
                    <a:pt x="4369948" y="1026759"/>
                  </a:lnTo>
                  <a:lnTo>
                    <a:pt x="4404008" y="985472"/>
                  </a:lnTo>
                  <a:lnTo>
                    <a:pt x="4437211" y="944151"/>
                  </a:lnTo>
                  <a:lnTo>
                    <a:pt x="4469433" y="903355"/>
                  </a:lnTo>
                  <a:lnTo>
                    <a:pt x="4500552" y="863642"/>
                  </a:lnTo>
                  <a:lnTo>
                    <a:pt x="4530444" y="825571"/>
                  </a:lnTo>
                  <a:lnTo>
                    <a:pt x="4558987" y="789700"/>
                  </a:lnTo>
                  <a:lnTo>
                    <a:pt x="4586056" y="756588"/>
                  </a:lnTo>
                  <a:lnTo>
                    <a:pt x="4611529" y="726794"/>
                  </a:lnTo>
                  <a:lnTo>
                    <a:pt x="4657194" y="679390"/>
                  </a:lnTo>
                  <a:lnTo>
                    <a:pt x="4677140" y="662898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83235" y="4461041"/>
              <a:ext cx="4747260" cy="36830"/>
            </a:xfrm>
            <a:custGeom>
              <a:avLst/>
              <a:gdLst/>
              <a:ahLst/>
              <a:cxnLst/>
              <a:rect l="l" t="t" r="r" b="b"/>
              <a:pathLst>
                <a:path w="4747259" h="36829">
                  <a:moveTo>
                    <a:pt x="0" y="36224"/>
                  </a:moveTo>
                  <a:lnTo>
                    <a:pt x="4746765" y="0"/>
                  </a:lnTo>
                </a:path>
              </a:pathLst>
            </a:custGeom>
            <a:ln w="1904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577346" y="6005869"/>
            <a:ext cx="73088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i="1" spc="-20" dirty="0">
                <a:latin typeface="Carlito"/>
                <a:cs typeface="Carlito"/>
              </a:rPr>
              <a:t>Time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874394" algn="r" rtl="0">
              <a:lnSpc>
                <a:spcPct val="90000"/>
              </a:lnSpc>
              <a:spcBef>
                <a:spcPct val="0"/>
              </a:spcBef>
            </a:pPr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5000" kern="1200" spc="-18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Computing</a:t>
            </a:r>
            <a:r>
              <a:rPr lang="en-US" sz="5000" kern="1200" spc="-18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0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038600" y="3204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spcAft>
                <a:spcPts val="600"/>
              </a:spcAft>
            </a:pPr>
            <a:r>
              <a:rPr lang="en-US" kern="1200" spc="-2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610600" y="3204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</a:pPr>
            <a:fld id="{81D60167-4931-47E6-BA6A-407CBD079E47}" type="slidenum">
              <a:rPr lang="en-US" kern="1200" spc="-25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pPr algn="r" rtl="0">
                <a:spcAft>
                  <a:spcPts val="600"/>
                </a:spcAft>
              </a:pPr>
              <a:t>10</a:t>
            </a:fld>
            <a:endParaRPr lang="en-US" kern="1200" spc="-25">
              <a:solidFill>
                <a:schemeClr val="tx1">
                  <a:alpha val="60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AF3FF134-16D4-B98E-B6AD-28E4ED24D1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657458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8613" y="286563"/>
            <a:ext cx="7954437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935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195" dirty="0"/>
              <a:t> </a:t>
            </a:r>
            <a:r>
              <a:rPr dirty="0"/>
              <a:t>Computing</a:t>
            </a:r>
            <a:r>
              <a:rPr spc="-185" dirty="0"/>
              <a:t> </a:t>
            </a:r>
            <a:r>
              <a:rPr spc="-10" dirty="0"/>
              <a:t>Nutshe</a:t>
            </a:r>
            <a:r>
              <a:rPr u="dbl" spc="-10" dirty="0">
                <a:uFill>
                  <a:solidFill>
                    <a:srgbClr val="7E7E7E"/>
                  </a:solidFill>
                </a:uFill>
              </a:rPr>
              <a:t>ll</a:t>
            </a:r>
            <a:r>
              <a:rPr u="dbl" spc="1100" dirty="0">
                <a:uFill>
                  <a:solidFill>
                    <a:srgbClr val="7E7E7E"/>
                  </a:solidFill>
                </a:uFill>
              </a:rPr>
              <a:t> 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494207" y="1228572"/>
            <a:ext cx="1511300" cy="977265"/>
            <a:chOff x="8494207" y="1228572"/>
            <a:chExt cx="1511300" cy="977265"/>
          </a:xfrm>
        </p:grpSpPr>
        <p:sp>
          <p:nvSpPr>
            <p:cNvPr id="5" name="object 5"/>
            <p:cNvSpPr/>
            <p:nvPr/>
          </p:nvSpPr>
          <p:spPr>
            <a:xfrm>
              <a:off x="8815657" y="1228572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4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92005" y="126816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9"/>
                  </a:moveTo>
                  <a:lnTo>
                    <a:pt x="13942" y="43865"/>
                  </a:lnTo>
                  <a:lnTo>
                    <a:pt x="6687" y="38972"/>
                  </a:lnTo>
                  <a:lnTo>
                    <a:pt x="1794" y="31715"/>
                  </a:lnTo>
                  <a:lnTo>
                    <a:pt x="0" y="22829"/>
                  </a:lnTo>
                  <a:lnTo>
                    <a:pt x="1794" y="13943"/>
                  </a:lnTo>
                  <a:lnTo>
                    <a:pt x="6687" y="6687"/>
                  </a:lnTo>
                  <a:lnTo>
                    <a:pt x="13942" y="1794"/>
                  </a:lnTo>
                  <a:lnTo>
                    <a:pt x="22824" y="0"/>
                  </a:lnTo>
                  <a:lnTo>
                    <a:pt x="28899" y="0"/>
                  </a:lnTo>
                  <a:lnTo>
                    <a:pt x="34699" y="2404"/>
                  </a:lnTo>
                  <a:lnTo>
                    <a:pt x="43249" y="10967"/>
                  </a:lnTo>
                  <a:lnTo>
                    <a:pt x="45674" y="16774"/>
                  </a:lnTo>
                  <a:lnTo>
                    <a:pt x="45674" y="22829"/>
                  </a:lnTo>
                  <a:lnTo>
                    <a:pt x="43879" y="31715"/>
                  </a:lnTo>
                  <a:lnTo>
                    <a:pt x="38984" y="38972"/>
                  </a:lnTo>
                  <a:lnTo>
                    <a:pt x="31721" y="43865"/>
                  </a:lnTo>
                  <a:lnTo>
                    <a:pt x="22824" y="45659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6046" y="1369808"/>
              <a:ext cx="1188085" cy="679450"/>
            </a:xfrm>
            <a:custGeom>
              <a:avLst/>
              <a:gdLst/>
              <a:ahLst/>
              <a:cxnLst/>
              <a:rect l="l" t="t" r="r" b="b"/>
              <a:pathLst>
                <a:path w="1188084" h="679450">
                  <a:moveTo>
                    <a:pt x="1185227" y="0"/>
                  </a:moveTo>
                  <a:lnTo>
                    <a:pt x="317779" y="0"/>
                  </a:lnTo>
                  <a:lnTo>
                    <a:pt x="317779" y="15405"/>
                  </a:lnTo>
                  <a:lnTo>
                    <a:pt x="0" y="15405"/>
                  </a:lnTo>
                  <a:lnTo>
                    <a:pt x="0" y="136207"/>
                  </a:lnTo>
                  <a:lnTo>
                    <a:pt x="867422" y="136207"/>
                  </a:lnTo>
                  <a:lnTo>
                    <a:pt x="867422" y="120802"/>
                  </a:lnTo>
                  <a:lnTo>
                    <a:pt x="1185227" y="120802"/>
                  </a:lnTo>
                  <a:lnTo>
                    <a:pt x="1185227" y="0"/>
                  </a:lnTo>
                  <a:close/>
                </a:path>
                <a:path w="1188084" h="679450">
                  <a:moveTo>
                    <a:pt x="1187526" y="558050"/>
                  </a:moveTo>
                  <a:lnTo>
                    <a:pt x="320103" y="558050"/>
                  </a:lnTo>
                  <a:lnTo>
                    <a:pt x="320103" y="678853"/>
                  </a:lnTo>
                  <a:lnTo>
                    <a:pt x="1187526" y="678853"/>
                  </a:lnTo>
                  <a:lnTo>
                    <a:pt x="1187526" y="558050"/>
                  </a:lnTo>
                  <a:close/>
                </a:path>
                <a:path w="1188084" h="679450">
                  <a:moveTo>
                    <a:pt x="1187526" y="418287"/>
                  </a:moveTo>
                  <a:lnTo>
                    <a:pt x="320103" y="418287"/>
                  </a:lnTo>
                  <a:lnTo>
                    <a:pt x="320103" y="539089"/>
                  </a:lnTo>
                  <a:lnTo>
                    <a:pt x="1187526" y="539089"/>
                  </a:lnTo>
                  <a:lnTo>
                    <a:pt x="1187526" y="418287"/>
                  </a:lnTo>
                  <a:close/>
                </a:path>
                <a:path w="1188084" h="679450">
                  <a:moveTo>
                    <a:pt x="1187526" y="278536"/>
                  </a:moveTo>
                  <a:lnTo>
                    <a:pt x="320103" y="278536"/>
                  </a:lnTo>
                  <a:lnTo>
                    <a:pt x="320103" y="399338"/>
                  </a:lnTo>
                  <a:lnTo>
                    <a:pt x="1187526" y="399338"/>
                  </a:lnTo>
                  <a:lnTo>
                    <a:pt x="1187526" y="278536"/>
                  </a:lnTo>
                  <a:close/>
                </a:path>
                <a:path w="1188084" h="679450">
                  <a:moveTo>
                    <a:pt x="1187526" y="138772"/>
                  </a:moveTo>
                  <a:lnTo>
                    <a:pt x="320103" y="138772"/>
                  </a:lnTo>
                  <a:lnTo>
                    <a:pt x="320103" y="259575"/>
                  </a:lnTo>
                  <a:lnTo>
                    <a:pt x="1187526" y="259575"/>
                  </a:lnTo>
                  <a:lnTo>
                    <a:pt x="1187526" y="138772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046" y="1403692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60" y="63461"/>
                  </a:moveTo>
                  <a:lnTo>
                    <a:pt x="0" y="63461"/>
                  </a:lnTo>
                  <a:lnTo>
                    <a:pt x="0" y="85318"/>
                  </a:lnTo>
                  <a:lnTo>
                    <a:pt x="405460" y="85318"/>
                  </a:lnTo>
                  <a:lnTo>
                    <a:pt x="405460" y="63461"/>
                  </a:lnTo>
                  <a:close/>
                </a:path>
                <a:path w="406400" h="85725">
                  <a:moveTo>
                    <a:pt x="405460" y="0"/>
                  </a:moveTo>
                  <a:lnTo>
                    <a:pt x="0" y="0"/>
                  </a:lnTo>
                  <a:lnTo>
                    <a:pt x="0" y="21856"/>
                  </a:lnTo>
                  <a:lnTo>
                    <a:pt x="405460" y="21856"/>
                  </a:lnTo>
                  <a:lnTo>
                    <a:pt x="405460" y="0"/>
                  </a:lnTo>
                  <a:close/>
                </a:path>
                <a:path w="406400" h="85725">
                  <a:moveTo>
                    <a:pt x="405955" y="31737"/>
                  </a:moveTo>
                  <a:lnTo>
                    <a:pt x="508" y="31737"/>
                  </a:lnTo>
                  <a:lnTo>
                    <a:pt x="508" y="53581"/>
                  </a:lnTo>
                  <a:lnTo>
                    <a:pt x="405955" y="53581"/>
                  </a:lnTo>
                  <a:lnTo>
                    <a:pt x="405955" y="317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94207" y="1526431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4"/>
                  </a:moveTo>
                  <a:lnTo>
                    <a:pt x="0" y="120804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94204" y="1544929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49"/>
                  </a:moveTo>
                  <a:lnTo>
                    <a:pt x="0" y="63449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49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68"/>
                  </a:lnTo>
                  <a:lnTo>
                    <a:pt x="405968" y="53568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96532" y="1665211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4"/>
                  </a:moveTo>
                  <a:lnTo>
                    <a:pt x="0" y="120804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96528" y="1683702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61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81"/>
                  </a:lnTo>
                  <a:lnTo>
                    <a:pt x="405968" y="53581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96532" y="1804968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96528" y="1823465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49"/>
                  </a:moveTo>
                  <a:lnTo>
                    <a:pt x="0" y="63449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49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68"/>
                  </a:lnTo>
                  <a:lnTo>
                    <a:pt x="405968" y="53568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96532" y="1944726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4"/>
                  </a:moveTo>
                  <a:lnTo>
                    <a:pt x="0" y="120804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96528" y="1963216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61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81"/>
                  </a:lnTo>
                  <a:lnTo>
                    <a:pt x="405968" y="53581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96532" y="2084483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96528" y="2102980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49"/>
                  </a:moveTo>
                  <a:lnTo>
                    <a:pt x="0" y="63449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49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68"/>
                  </a:lnTo>
                  <a:lnTo>
                    <a:pt x="405968" y="53568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37406" y="1380972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4">
                  <a:moveTo>
                    <a:pt x="867423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23" y="0"/>
                  </a:lnTo>
                  <a:lnTo>
                    <a:pt x="867423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13755" y="142056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9"/>
                  </a:moveTo>
                  <a:lnTo>
                    <a:pt x="13932" y="43865"/>
                  </a:lnTo>
                  <a:lnTo>
                    <a:pt x="6678" y="38972"/>
                  </a:lnTo>
                  <a:lnTo>
                    <a:pt x="1791" y="31715"/>
                  </a:lnTo>
                  <a:lnTo>
                    <a:pt x="0" y="22829"/>
                  </a:lnTo>
                  <a:lnTo>
                    <a:pt x="1791" y="13943"/>
                  </a:lnTo>
                  <a:lnTo>
                    <a:pt x="6678" y="6687"/>
                  </a:lnTo>
                  <a:lnTo>
                    <a:pt x="13932" y="1794"/>
                  </a:lnTo>
                  <a:lnTo>
                    <a:pt x="22824" y="0"/>
                  </a:lnTo>
                  <a:lnTo>
                    <a:pt x="28874" y="0"/>
                  </a:lnTo>
                  <a:lnTo>
                    <a:pt x="34674" y="2404"/>
                  </a:lnTo>
                  <a:lnTo>
                    <a:pt x="43249" y="10967"/>
                  </a:lnTo>
                  <a:lnTo>
                    <a:pt x="45649" y="16774"/>
                  </a:lnTo>
                  <a:lnTo>
                    <a:pt x="45649" y="22829"/>
                  </a:lnTo>
                  <a:lnTo>
                    <a:pt x="43855" y="31715"/>
                  </a:lnTo>
                  <a:lnTo>
                    <a:pt x="38962" y="38972"/>
                  </a:lnTo>
                  <a:lnTo>
                    <a:pt x="31706" y="43865"/>
                  </a:lnTo>
                  <a:lnTo>
                    <a:pt x="22824" y="45659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37396" y="1399463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47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47" y="85305"/>
                  </a:lnTo>
                  <a:lnTo>
                    <a:pt x="405447" y="63461"/>
                  </a:lnTo>
                  <a:close/>
                </a:path>
                <a:path w="406400" h="85725">
                  <a:moveTo>
                    <a:pt x="405447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47" y="21844"/>
                  </a:lnTo>
                  <a:lnTo>
                    <a:pt x="405447" y="0"/>
                  </a:lnTo>
                  <a:close/>
                </a:path>
                <a:path w="406400" h="85725">
                  <a:moveTo>
                    <a:pt x="405955" y="31737"/>
                  </a:moveTo>
                  <a:lnTo>
                    <a:pt x="508" y="31737"/>
                  </a:lnTo>
                  <a:lnTo>
                    <a:pt x="508" y="53581"/>
                  </a:lnTo>
                  <a:lnTo>
                    <a:pt x="405955" y="53581"/>
                  </a:lnTo>
                  <a:lnTo>
                    <a:pt x="405955" y="317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35556" y="1522196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911905" y="1561794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7"/>
                  </a:moveTo>
                  <a:lnTo>
                    <a:pt x="13942" y="43863"/>
                  </a:lnTo>
                  <a:lnTo>
                    <a:pt x="6687" y="38971"/>
                  </a:lnTo>
                  <a:lnTo>
                    <a:pt x="1794" y="31715"/>
                  </a:lnTo>
                  <a:lnTo>
                    <a:pt x="0" y="22829"/>
                  </a:lnTo>
                  <a:lnTo>
                    <a:pt x="1794" y="13942"/>
                  </a:lnTo>
                  <a:lnTo>
                    <a:pt x="6687" y="6686"/>
                  </a:lnTo>
                  <a:lnTo>
                    <a:pt x="13942" y="1793"/>
                  </a:lnTo>
                  <a:lnTo>
                    <a:pt x="22824" y="0"/>
                  </a:lnTo>
                  <a:lnTo>
                    <a:pt x="28899" y="0"/>
                  </a:lnTo>
                  <a:lnTo>
                    <a:pt x="34699" y="2404"/>
                  </a:lnTo>
                  <a:lnTo>
                    <a:pt x="43249" y="10967"/>
                  </a:lnTo>
                  <a:lnTo>
                    <a:pt x="45674" y="16774"/>
                  </a:lnTo>
                  <a:lnTo>
                    <a:pt x="45674" y="22829"/>
                  </a:lnTo>
                  <a:lnTo>
                    <a:pt x="43879" y="31715"/>
                  </a:lnTo>
                  <a:lnTo>
                    <a:pt x="38984" y="38971"/>
                  </a:lnTo>
                  <a:lnTo>
                    <a:pt x="31721" y="43863"/>
                  </a:lnTo>
                  <a:lnTo>
                    <a:pt x="22824" y="45657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135554" y="1540687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61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81"/>
                  </a:lnTo>
                  <a:lnTo>
                    <a:pt x="405968" y="53581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37881" y="1660976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914230" y="1700574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7"/>
                  </a:moveTo>
                  <a:lnTo>
                    <a:pt x="13942" y="43863"/>
                  </a:lnTo>
                  <a:lnTo>
                    <a:pt x="6687" y="38971"/>
                  </a:lnTo>
                  <a:lnTo>
                    <a:pt x="1794" y="31715"/>
                  </a:lnTo>
                  <a:lnTo>
                    <a:pt x="0" y="22829"/>
                  </a:lnTo>
                  <a:lnTo>
                    <a:pt x="1794" y="13942"/>
                  </a:lnTo>
                  <a:lnTo>
                    <a:pt x="6687" y="6686"/>
                  </a:lnTo>
                  <a:lnTo>
                    <a:pt x="13942" y="1793"/>
                  </a:lnTo>
                  <a:lnTo>
                    <a:pt x="22824" y="0"/>
                  </a:lnTo>
                  <a:lnTo>
                    <a:pt x="28874" y="0"/>
                  </a:lnTo>
                  <a:lnTo>
                    <a:pt x="34699" y="2404"/>
                  </a:lnTo>
                  <a:lnTo>
                    <a:pt x="43249" y="10967"/>
                  </a:lnTo>
                  <a:lnTo>
                    <a:pt x="45649" y="16774"/>
                  </a:lnTo>
                  <a:lnTo>
                    <a:pt x="45649" y="22829"/>
                  </a:lnTo>
                  <a:lnTo>
                    <a:pt x="43855" y="31715"/>
                  </a:lnTo>
                  <a:lnTo>
                    <a:pt x="38962" y="38971"/>
                  </a:lnTo>
                  <a:lnTo>
                    <a:pt x="31706" y="43863"/>
                  </a:lnTo>
                  <a:lnTo>
                    <a:pt x="22824" y="45657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137879" y="1679473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49"/>
                  </a:moveTo>
                  <a:lnTo>
                    <a:pt x="0" y="63449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49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68"/>
                  </a:lnTo>
                  <a:lnTo>
                    <a:pt x="405968" y="53568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137881" y="1800736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4"/>
                  </a:moveTo>
                  <a:lnTo>
                    <a:pt x="0" y="120804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914230" y="1840331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9"/>
                  </a:moveTo>
                  <a:lnTo>
                    <a:pt x="13942" y="43866"/>
                  </a:lnTo>
                  <a:lnTo>
                    <a:pt x="6687" y="38973"/>
                  </a:lnTo>
                  <a:lnTo>
                    <a:pt x="1794" y="31716"/>
                  </a:lnTo>
                  <a:lnTo>
                    <a:pt x="0" y="22829"/>
                  </a:lnTo>
                  <a:lnTo>
                    <a:pt x="1794" y="13943"/>
                  </a:lnTo>
                  <a:lnTo>
                    <a:pt x="6687" y="6687"/>
                  </a:lnTo>
                  <a:lnTo>
                    <a:pt x="13942" y="1794"/>
                  </a:lnTo>
                  <a:lnTo>
                    <a:pt x="22824" y="0"/>
                  </a:lnTo>
                  <a:lnTo>
                    <a:pt x="28874" y="0"/>
                  </a:lnTo>
                  <a:lnTo>
                    <a:pt x="34699" y="2407"/>
                  </a:lnTo>
                  <a:lnTo>
                    <a:pt x="43249" y="10969"/>
                  </a:lnTo>
                  <a:lnTo>
                    <a:pt x="45649" y="16774"/>
                  </a:lnTo>
                  <a:lnTo>
                    <a:pt x="45649" y="22829"/>
                  </a:lnTo>
                  <a:lnTo>
                    <a:pt x="43858" y="31716"/>
                  </a:lnTo>
                  <a:lnTo>
                    <a:pt x="38971" y="38973"/>
                  </a:lnTo>
                  <a:lnTo>
                    <a:pt x="31717" y="43866"/>
                  </a:lnTo>
                  <a:lnTo>
                    <a:pt x="22824" y="45659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37879" y="1819223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61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56"/>
                  </a:lnTo>
                  <a:lnTo>
                    <a:pt x="405472" y="21856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37"/>
                  </a:moveTo>
                  <a:lnTo>
                    <a:pt x="495" y="31737"/>
                  </a:lnTo>
                  <a:lnTo>
                    <a:pt x="495" y="53581"/>
                  </a:lnTo>
                  <a:lnTo>
                    <a:pt x="405968" y="53581"/>
                  </a:lnTo>
                  <a:lnTo>
                    <a:pt x="405968" y="317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137881" y="1940491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914230" y="1980088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7"/>
                  </a:moveTo>
                  <a:lnTo>
                    <a:pt x="13942" y="43863"/>
                  </a:lnTo>
                  <a:lnTo>
                    <a:pt x="6687" y="38971"/>
                  </a:lnTo>
                  <a:lnTo>
                    <a:pt x="1794" y="31715"/>
                  </a:lnTo>
                  <a:lnTo>
                    <a:pt x="0" y="22829"/>
                  </a:lnTo>
                  <a:lnTo>
                    <a:pt x="1794" y="13942"/>
                  </a:lnTo>
                  <a:lnTo>
                    <a:pt x="6687" y="6686"/>
                  </a:lnTo>
                  <a:lnTo>
                    <a:pt x="13942" y="1793"/>
                  </a:lnTo>
                  <a:lnTo>
                    <a:pt x="22824" y="0"/>
                  </a:lnTo>
                  <a:lnTo>
                    <a:pt x="28874" y="0"/>
                  </a:lnTo>
                  <a:lnTo>
                    <a:pt x="34699" y="2404"/>
                  </a:lnTo>
                  <a:lnTo>
                    <a:pt x="43249" y="10967"/>
                  </a:lnTo>
                  <a:lnTo>
                    <a:pt x="45649" y="16774"/>
                  </a:lnTo>
                  <a:lnTo>
                    <a:pt x="45649" y="22829"/>
                  </a:lnTo>
                  <a:lnTo>
                    <a:pt x="43855" y="31715"/>
                  </a:lnTo>
                  <a:lnTo>
                    <a:pt x="38962" y="38971"/>
                  </a:lnTo>
                  <a:lnTo>
                    <a:pt x="31706" y="43863"/>
                  </a:lnTo>
                  <a:lnTo>
                    <a:pt x="22824" y="45657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137879" y="1958987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49"/>
                  </a:moveTo>
                  <a:lnTo>
                    <a:pt x="0" y="63449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49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68"/>
                  </a:lnTo>
                  <a:lnTo>
                    <a:pt x="405968" y="53568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137881" y="2080250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4"/>
                  </a:moveTo>
                  <a:lnTo>
                    <a:pt x="0" y="120804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914230" y="2119845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9"/>
                  </a:moveTo>
                  <a:lnTo>
                    <a:pt x="13942" y="43866"/>
                  </a:lnTo>
                  <a:lnTo>
                    <a:pt x="6687" y="38973"/>
                  </a:lnTo>
                  <a:lnTo>
                    <a:pt x="1794" y="31716"/>
                  </a:lnTo>
                  <a:lnTo>
                    <a:pt x="0" y="22829"/>
                  </a:lnTo>
                  <a:lnTo>
                    <a:pt x="1794" y="13943"/>
                  </a:lnTo>
                  <a:lnTo>
                    <a:pt x="6687" y="6687"/>
                  </a:lnTo>
                  <a:lnTo>
                    <a:pt x="13942" y="1794"/>
                  </a:lnTo>
                  <a:lnTo>
                    <a:pt x="22824" y="0"/>
                  </a:lnTo>
                  <a:lnTo>
                    <a:pt x="28874" y="0"/>
                  </a:lnTo>
                  <a:lnTo>
                    <a:pt x="34699" y="2407"/>
                  </a:lnTo>
                  <a:lnTo>
                    <a:pt x="43249" y="10969"/>
                  </a:lnTo>
                  <a:lnTo>
                    <a:pt x="45649" y="16774"/>
                  </a:lnTo>
                  <a:lnTo>
                    <a:pt x="45649" y="22829"/>
                  </a:lnTo>
                  <a:lnTo>
                    <a:pt x="43858" y="31716"/>
                  </a:lnTo>
                  <a:lnTo>
                    <a:pt x="38971" y="38973"/>
                  </a:lnTo>
                  <a:lnTo>
                    <a:pt x="31717" y="43866"/>
                  </a:lnTo>
                  <a:lnTo>
                    <a:pt x="22824" y="45659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137879" y="2098738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61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56"/>
                  </a:lnTo>
                  <a:lnTo>
                    <a:pt x="405472" y="21856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37"/>
                  </a:moveTo>
                  <a:lnTo>
                    <a:pt x="495" y="31737"/>
                  </a:lnTo>
                  <a:lnTo>
                    <a:pt x="495" y="53581"/>
                  </a:lnTo>
                  <a:lnTo>
                    <a:pt x="405968" y="53581"/>
                  </a:lnTo>
                  <a:lnTo>
                    <a:pt x="405968" y="317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807669" y="2215250"/>
            <a:ext cx="87603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Servers</a:t>
            </a:r>
            <a:endParaRPr sz="1800" dirty="0">
              <a:latin typeface="Carlito"/>
              <a:cs typeface="Carli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484136" y="2103748"/>
            <a:ext cx="1248410" cy="710565"/>
            <a:chOff x="6484136" y="2103748"/>
            <a:chExt cx="1248410" cy="710565"/>
          </a:xfrm>
        </p:grpSpPr>
        <p:sp>
          <p:nvSpPr>
            <p:cNvPr id="39" name="object 39"/>
            <p:cNvSpPr/>
            <p:nvPr/>
          </p:nvSpPr>
          <p:spPr>
            <a:xfrm>
              <a:off x="6484136" y="2103748"/>
              <a:ext cx="923925" cy="431800"/>
            </a:xfrm>
            <a:custGeom>
              <a:avLst/>
              <a:gdLst/>
              <a:ahLst/>
              <a:cxnLst/>
              <a:rect l="l" t="t" r="r" b="b"/>
              <a:pathLst>
                <a:path w="923925" h="431800">
                  <a:moveTo>
                    <a:pt x="923823" y="431696"/>
                  </a:moveTo>
                  <a:lnTo>
                    <a:pt x="107924" y="431696"/>
                  </a:lnTo>
                  <a:lnTo>
                    <a:pt x="0" y="0"/>
                  </a:lnTo>
                  <a:lnTo>
                    <a:pt x="815898" y="0"/>
                  </a:lnTo>
                  <a:lnTo>
                    <a:pt x="923823" y="431696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514136" y="2138873"/>
              <a:ext cx="873760" cy="384810"/>
            </a:xfrm>
            <a:custGeom>
              <a:avLst/>
              <a:gdLst/>
              <a:ahLst/>
              <a:cxnLst/>
              <a:rect l="l" t="t" r="r" b="b"/>
              <a:pathLst>
                <a:path w="873759" h="384810">
                  <a:moveTo>
                    <a:pt x="873223" y="384596"/>
                  </a:moveTo>
                  <a:lnTo>
                    <a:pt x="96149" y="384596"/>
                  </a:lnTo>
                  <a:lnTo>
                    <a:pt x="0" y="0"/>
                  </a:lnTo>
                  <a:lnTo>
                    <a:pt x="777073" y="0"/>
                  </a:lnTo>
                  <a:lnTo>
                    <a:pt x="873223" y="384596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593461" y="2535444"/>
              <a:ext cx="1139190" cy="278765"/>
            </a:xfrm>
            <a:custGeom>
              <a:avLst/>
              <a:gdLst/>
              <a:ahLst/>
              <a:cxnLst/>
              <a:rect l="l" t="t" r="r" b="b"/>
              <a:pathLst>
                <a:path w="1139190" h="278764">
                  <a:moveTo>
                    <a:pt x="1138847" y="278749"/>
                  </a:moveTo>
                  <a:lnTo>
                    <a:pt x="324099" y="278749"/>
                  </a:lnTo>
                  <a:lnTo>
                    <a:pt x="0" y="0"/>
                  </a:lnTo>
                  <a:lnTo>
                    <a:pt x="814773" y="0"/>
                  </a:lnTo>
                  <a:lnTo>
                    <a:pt x="1138847" y="27874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690586" y="2581269"/>
              <a:ext cx="872490" cy="120650"/>
            </a:xfrm>
            <a:custGeom>
              <a:avLst/>
              <a:gdLst/>
              <a:ahLst/>
              <a:cxnLst/>
              <a:rect l="l" t="t" r="r" b="b"/>
              <a:pathLst>
                <a:path w="872490" h="120650">
                  <a:moveTo>
                    <a:pt x="872223" y="120649"/>
                  </a:moveTo>
                  <a:lnTo>
                    <a:pt x="140274" y="120649"/>
                  </a:lnTo>
                  <a:lnTo>
                    <a:pt x="0" y="0"/>
                  </a:lnTo>
                  <a:lnTo>
                    <a:pt x="731948" y="0"/>
                  </a:lnTo>
                  <a:lnTo>
                    <a:pt x="872223" y="120649"/>
                  </a:lnTo>
                  <a:close/>
                </a:path>
              </a:pathLst>
            </a:custGeom>
            <a:solidFill>
              <a:srgbClr val="8C87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96460" y="2713894"/>
              <a:ext cx="318135" cy="60325"/>
            </a:xfrm>
            <a:custGeom>
              <a:avLst/>
              <a:gdLst/>
              <a:ahLst/>
              <a:cxnLst/>
              <a:rect l="l" t="t" r="r" b="b"/>
              <a:pathLst>
                <a:path w="318134" h="60325">
                  <a:moveTo>
                    <a:pt x="317924" y="60324"/>
                  </a:moveTo>
                  <a:lnTo>
                    <a:pt x="70149" y="60324"/>
                  </a:lnTo>
                  <a:lnTo>
                    <a:pt x="0" y="0"/>
                  </a:lnTo>
                  <a:lnTo>
                    <a:pt x="247774" y="0"/>
                  </a:lnTo>
                  <a:lnTo>
                    <a:pt x="317924" y="60324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504739" y="2896819"/>
            <a:ext cx="90985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Laptops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198309" y="2771673"/>
            <a:ext cx="4390390" cy="1682114"/>
          </a:xfrm>
          <a:custGeom>
            <a:avLst/>
            <a:gdLst/>
            <a:ahLst/>
            <a:cxnLst/>
            <a:rect l="l" t="t" r="r" b="b"/>
            <a:pathLst>
              <a:path w="4390390" h="1682114">
                <a:moveTo>
                  <a:pt x="4389958" y="1305318"/>
                </a:moveTo>
                <a:lnTo>
                  <a:pt x="4386999" y="1258023"/>
                </a:lnTo>
                <a:lnTo>
                  <a:pt x="4378350" y="1212545"/>
                </a:lnTo>
                <a:lnTo>
                  <a:pt x="4364380" y="1169225"/>
                </a:lnTo>
                <a:lnTo>
                  <a:pt x="4345444" y="1128407"/>
                </a:lnTo>
                <a:lnTo>
                  <a:pt x="4321899" y="1090447"/>
                </a:lnTo>
                <a:lnTo>
                  <a:pt x="4294124" y="1055662"/>
                </a:lnTo>
                <a:lnTo>
                  <a:pt x="4262463" y="1024420"/>
                </a:lnTo>
                <a:lnTo>
                  <a:pt x="4227284" y="997038"/>
                </a:lnTo>
                <a:lnTo>
                  <a:pt x="4188955" y="973874"/>
                </a:lnTo>
                <a:lnTo>
                  <a:pt x="4147820" y="955255"/>
                </a:lnTo>
                <a:lnTo>
                  <a:pt x="4147477" y="955154"/>
                </a:lnTo>
                <a:lnTo>
                  <a:pt x="4132757" y="950518"/>
                </a:lnTo>
                <a:lnTo>
                  <a:pt x="4104246" y="941539"/>
                </a:lnTo>
                <a:lnTo>
                  <a:pt x="4103801" y="941387"/>
                </a:lnTo>
                <a:lnTo>
                  <a:pt x="4058018" y="932865"/>
                </a:lnTo>
                <a:lnTo>
                  <a:pt x="4010507" y="929944"/>
                </a:lnTo>
                <a:lnTo>
                  <a:pt x="3963174" y="932929"/>
                </a:lnTo>
                <a:lnTo>
                  <a:pt x="3941330" y="937082"/>
                </a:lnTo>
                <a:lnTo>
                  <a:pt x="3918039" y="941311"/>
                </a:lnTo>
                <a:lnTo>
                  <a:pt x="3874579" y="954760"/>
                </a:lnTo>
                <a:lnTo>
                  <a:pt x="3833787" y="973023"/>
                </a:lnTo>
                <a:lnTo>
                  <a:pt x="3823741" y="926630"/>
                </a:lnTo>
                <a:lnTo>
                  <a:pt x="3809466" y="881926"/>
                </a:lnTo>
                <a:lnTo>
                  <a:pt x="3791166" y="839127"/>
                </a:lnTo>
                <a:lnTo>
                  <a:pt x="3769080" y="798461"/>
                </a:lnTo>
                <a:lnTo>
                  <a:pt x="3743401" y="760158"/>
                </a:lnTo>
                <a:lnTo>
                  <a:pt x="3714369" y="724433"/>
                </a:lnTo>
                <a:lnTo>
                  <a:pt x="3682174" y="691515"/>
                </a:lnTo>
                <a:lnTo>
                  <a:pt x="3647046" y="661631"/>
                </a:lnTo>
                <a:lnTo>
                  <a:pt x="3609200" y="635000"/>
                </a:lnTo>
                <a:lnTo>
                  <a:pt x="3568852" y="611847"/>
                </a:lnTo>
                <a:lnTo>
                  <a:pt x="3526218" y="592404"/>
                </a:lnTo>
                <a:lnTo>
                  <a:pt x="3481514" y="576897"/>
                </a:lnTo>
                <a:lnTo>
                  <a:pt x="3434956" y="565531"/>
                </a:lnTo>
                <a:lnTo>
                  <a:pt x="3386759" y="558558"/>
                </a:lnTo>
                <a:lnTo>
                  <a:pt x="3337141" y="556171"/>
                </a:lnTo>
                <a:lnTo>
                  <a:pt x="3283597" y="559003"/>
                </a:lnTo>
                <a:lnTo>
                  <a:pt x="3231591" y="567245"/>
                </a:lnTo>
                <a:lnTo>
                  <a:pt x="3181426" y="580593"/>
                </a:lnTo>
                <a:lnTo>
                  <a:pt x="3133445" y="598703"/>
                </a:lnTo>
                <a:lnTo>
                  <a:pt x="3087967" y="621258"/>
                </a:lnTo>
                <a:lnTo>
                  <a:pt x="3081629" y="625221"/>
                </a:lnTo>
                <a:lnTo>
                  <a:pt x="3045282" y="647776"/>
                </a:lnTo>
                <a:lnTo>
                  <a:pt x="3030651" y="603516"/>
                </a:lnTo>
                <a:lnTo>
                  <a:pt x="3012871" y="560603"/>
                </a:lnTo>
                <a:lnTo>
                  <a:pt x="2992145" y="519264"/>
                </a:lnTo>
                <a:lnTo>
                  <a:pt x="2968574" y="479640"/>
                </a:lnTo>
                <a:lnTo>
                  <a:pt x="2942323" y="441871"/>
                </a:lnTo>
                <a:lnTo>
                  <a:pt x="2913494" y="406082"/>
                </a:lnTo>
                <a:lnTo>
                  <a:pt x="2882239" y="372389"/>
                </a:lnTo>
                <a:lnTo>
                  <a:pt x="2848686" y="340956"/>
                </a:lnTo>
                <a:lnTo>
                  <a:pt x="2812961" y="311886"/>
                </a:lnTo>
                <a:lnTo>
                  <a:pt x="2775191" y="285318"/>
                </a:lnTo>
                <a:lnTo>
                  <a:pt x="2735516" y="261391"/>
                </a:lnTo>
                <a:lnTo>
                  <a:pt x="2694051" y="240220"/>
                </a:lnTo>
                <a:lnTo>
                  <a:pt x="2650947" y="221957"/>
                </a:lnTo>
                <a:lnTo>
                  <a:pt x="2606332" y="206717"/>
                </a:lnTo>
                <a:lnTo>
                  <a:pt x="2560332" y="194640"/>
                </a:lnTo>
                <a:lnTo>
                  <a:pt x="2513063" y="185839"/>
                </a:lnTo>
                <a:lnTo>
                  <a:pt x="2464689" y="180467"/>
                </a:lnTo>
                <a:lnTo>
                  <a:pt x="2415311" y="178650"/>
                </a:lnTo>
                <a:lnTo>
                  <a:pt x="2414689" y="178676"/>
                </a:lnTo>
                <a:lnTo>
                  <a:pt x="2366391" y="180441"/>
                </a:lnTo>
                <a:lnTo>
                  <a:pt x="2366264" y="180467"/>
                </a:lnTo>
                <a:lnTo>
                  <a:pt x="2365933" y="180467"/>
                </a:lnTo>
                <a:lnTo>
                  <a:pt x="2318359" y="185737"/>
                </a:lnTo>
                <a:lnTo>
                  <a:pt x="2272220" y="194310"/>
                </a:lnTo>
                <a:lnTo>
                  <a:pt x="2272017" y="194335"/>
                </a:lnTo>
                <a:lnTo>
                  <a:pt x="2251837" y="199605"/>
                </a:lnTo>
                <a:lnTo>
                  <a:pt x="2227046" y="206044"/>
                </a:lnTo>
                <a:lnTo>
                  <a:pt x="2183219" y="220751"/>
                </a:lnTo>
                <a:lnTo>
                  <a:pt x="2140762" y="238277"/>
                </a:lnTo>
                <a:lnTo>
                  <a:pt x="2099716" y="258457"/>
                </a:lnTo>
                <a:lnTo>
                  <a:pt x="2065045" y="222478"/>
                </a:lnTo>
                <a:lnTo>
                  <a:pt x="2028151" y="188849"/>
                </a:lnTo>
                <a:lnTo>
                  <a:pt x="1989162" y="157645"/>
                </a:lnTo>
                <a:lnTo>
                  <a:pt x="1948192" y="128968"/>
                </a:lnTo>
                <a:lnTo>
                  <a:pt x="1905355" y="102908"/>
                </a:lnTo>
                <a:lnTo>
                  <a:pt x="1860765" y="79552"/>
                </a:lnTo>
                <a:lnTo>
                  <a:pt x="1814525" y="59016"/>
                </a:lnTo>
                <a:lnTo>
                  <a:pt x="1766760" y="41376"/>
                </a:lnTo>
                <a:lnTo>
                  <a:pt x="1717573" y="26733"/>
                </a:lnTo>
                <a:lnTo>
                  <a:pt x="1667090" y="15176"/>
                </a:lnTo>
                <a:lnTo>
                  <a:pt x="1615427" y="6807"/>
                </a:lnTo>
                <a:lnTo>
                  <a:pt x="1562684" y="1714"/>
                </a:lnTo>
                <a:lnTo>
                  <a:pt x="1508988" y="0"/>
                </a:lnTo>
                <a:lnTo>
                  <a:pt x="1508645" y="12"/>
                </a:lnTo>
                <a:lnTo>
                  <a:pt x="1508315" y="0"/>
                </a:lnTo>
                <a:lnTo>
                  <a:pt x="1457172" y="1600"/>
                </a:lnTo>
                <a:lnTo>
                  <a:pt x="1406855" y="6350"/>
                </a:lnTo>
                <a:lnTo>
                  <a:pt x="1357464" y="14147"/>
                </a:lnTo>
                <a:lnTo>
                  <a:pt x="1309090" y="24904"/>
                </a:lnTo>
                <a:lnTo>
                  <a:pt x="1261846" y="38531"/>
                </a:lnTo>
                <a:lnTo>
                  <a:pt x="1215847" y="54927"/>
                </a:lnTo>
                <a:lnTo>
                  <a:pt x="1171181" y="74002"/>
                </a:lnTo>
                <a:lnTo>
                  <a:pt x="1127963" y="95669"/>
                </a:lnTo>
                <a:lnTo>
                  <a:pt x="1086281" y="119824"/>
                </a:lnTo>
                <a:lnTo>
                  <a:pt x="1046264" y="146392"/>
                </a:lnTo>
                <a:lnTo>
                  <a:pt x="1007986" y="175260"/>
                </a:lnTo>
                <a:lnTo>
                  <a:pt x="971575" y="206336"/>
                </a:lnTo>
                <a:lnTo>
                  <a:pt x="937120" y="239547"/>
                </a:lnTo>
                <a:lnTo>
                  <a:pt x="904735" y="274789"/>
                </a:lnTo>
                <a:lnTo>
                  <a:pt x="874509" y="311962"/>
                </a:lnTo>
                <a:lnTo>
                  <a:pt x="846569" y="350977"/>
                </a:lnTo>
                <a:lnTo>
                  <a:pt x="821055" y="391655"/>
                </a:lnTo>
                <a:lnTo>
                  <a:pt x="781710" y="382447"/>
                </a:lnTo>
                <a:lnTo>
                  <a:pt x="741400" y="375754"/>
                </a:lnTo>
                <a:lnTo>
                  <a:pt x="700189" y="371741"/>
                </a:lnTo>
                <a:lnTo>
                  <a:pt x="657415" y="370395"/>
                </a:lnTo>
                <a:lnTo>
                  <a:pt x="608330" y="372198"/>
                </a:lnTo>
                <a:lnTo>
                  <a:pt x="560235" y="377520"/>
                </a:lnTo>
                <a:lnTo>
                  <a:pt x="513245" y="386232"/>
                </a:lnTo>
                <a:lnTo>
                  <a:pt x="467487" y="398208"/>
                </a:lnTo>
                <a:lnTo>
                  <a:pt x="423100" y="413321"/>
                </a:lnTo>
                <a:lnTo>
                  <a:pt x="380199" y="431431"/>
                </a:lnTo>
                <a:lnTo>
                  <a:pt x="338912" y="452424"/>
                </a:lnTo>
                <a:lnTo>
                  <a:pt x="299377" y="476161"/>
                </a:lnTo>
                <a:lnTo>
                  <a:pt x="261708" y="502526"/>
                </a:lnTo>
                <a:lnTo>
                  <a:pt x="226034" y="531380"/>
                </a:lnTo>
                <a:lnTo>
                  <a:pt x="192493" y="562597"/>
                </a:lnTo>
                <a:lnTo>
                  <a:pt x="161188" y="596049"/>
                </a:lnTo>
                <a:lnTo>
                  <a:pt x="132283" y="631621"/>
                </a:lnTo>
                <a:lnTo>
                  <a:pt x="105867" y="669163"/>
                </a:lnTo>
                <a:lnTo>
                  <a:pt x="82092" y="708558"/>
                </a:lnTo>
                <a:lnTo>
                  <a:pt x="61074" y="749681"/>
                </a:lnTo>
                <a:lnTo>
                  <a:pt x="42938" y="792391"/>
                </a:lnTo>
                <a:lnTo>
                  <a:pt x="27813" y="836574"/>
                </a:lnTo>
                <a:lnTo>
                  <a:pt x="15836" y="882103"/>
                </a:lnTo>
                <a:lnTo>
                  <a:pt x="7124" y="928839"/>
                </a:lnTo>
                <a:lnTo>
                  <a:pt x="1803" y="976655"/>
                </a:lnTo>
                <a:lnTo>
                  <a:pt x="0" y="1025423"/>
                </a:lnTo>
                <a:lnTo>
                  <a:pt x="12" y="1025804"/>
                </a:lnTo>
                <a:lnTo>
                  <a:pt x="0" y="1026172"/>
                </a:lnTo>
                <a:lnTo>
                  <a:pt x="1790" y="1075105"/>
                </a:lnTo>
                <a:lnTo>
                  <a:pt x="7112" y="1123061"/>
                </a:lnTo>
                <a:lnTo>
                  <a:pt x="15824" y="1169898"/>
                </a:lnTo>
                <a:lnTo>
                  <a:pt x="27813" y="1215517"/>
                </a:lnTo>
                <a:lnTo>
                  <a:pt x="42926" y="1259776"/>
                </a:lnTo>
                <a:lnTo>
                  <a:pt x="61061" y="1302550"/>
                </a:lnTo>
                <a:lnTo>
                  <a:pt x="82080" y="1343710"/>
                </a:lnTo>
                <a:lnTo>
                  <a:pt x="105854" y="1383131"/>
                </a:lnTo>
                <a:lnTo>
                  <a:pt x="132257" y="1420698"/>
                </a:lnTo>
                <a:lnTo>
                  <a:pt x="161188" y="1456296"/>
                </a:lnTo>
                <a:lnTo>
                  <a:pt x="192493" y="1489773"/>
                </a:lnTo>
                <a:lnTo>
                  <a:pt x="226034" y="1520977"/>
                </a:lnTo>
                <a:lnTo>
                  <a:pt x="261708" y="1549819"/>
                </a:lnTo>
                <a:lnTo>
                  <a:pt x="299377" y="1576158"/>
                </a:lnTo>
                <a:lnTo>
                  <a:pt x="338912" y="1599857"/>
                </a:lnTo>
                <a:lnTo>
                  <a:pt x="380199" y="1620812"/>
                </a:lnTo>
                <a:lnTo>
                  <a:pt x="423100" y="1638884"/>
                </a:lnTo>
                <a:lnTo>
                  <a:pt x="467487" y="1653959"/>
                </a:lnTo>
                <a:lnTo>
                  <a:pt x="513245" y="1665897"/>
                </a:lnTo>
                <a:lnTo>
                  <a:pt x="560235" y="1674571"/>
                </a:lnTo>
                <a:lnTo>
                  <a:pt x="608330" y="1679879"/>
                </a:lnTo>
                <a:lnTo>
                  <a:pt x="657415" y="1681670"/>
                </a:lnTo>
                <a:lnTo>
                  <a:pt x="657555" y="1681670"/>
                </a:lnTo>
                <a:lnTo>
                  <a:pt x="661581" y="1681657"/>
                </a:lnTo>
                <a:lnTo>
                  <a:pt x="669912" y="1681632"/>
                </a:lnTo>
                <a:lnTo>
                  <a:pt x="682282" y="1681378"/>
                </a:lnTo>
                <a:lnTo>
                  <a:pt x="694436" y="1680667"/>
                </a:lnTo>
                <a:lnTo>
                  <a:pt x="706272" y="1679270"/>
                </a:lnTo>
                <a:lnTo>
                  <a:pt x="3964787" y="1679270"/>
                </a:lnTo>
                <a:lnTo>
                  <a:pt x="3975735" y="1680667"/>
                </a:lnTo>
                <a:lnTo>
                  <a:pt x="3985463" y="1681276"/>
                </a:lnTo>
                <a:lnTo>
                  <a:pt x="3986644" y="1681353"/>
                </a:lnTo>
                <a:lnTo>
                  <a:pt x="3987127" y="1681378"/>
                </a:lnTo>
                <a:lnTo>
                  <a:pt x="3993985" y="1681530"/>
                </a:lnTo>
                <a:lnTo>
                  <a:pt x="3998518" y="1681632"/>
                </a:lnTo>
                <a:lnTo>
                  <a:pt x="4010507" y="1681670"/>
                </a:lnTo>
                <a:lnTo>
                  <a:pt x="4011231" y="1681670"/>
                </a:lnTo>
                <a:lnTo>
                  <a:pt x="4058602" y="1678749"/>
                </a:lnTo>
                <a:lnTo>
                  <a:pt x="4104246" y="1670215"/>
                </a:lnTo>
                <a:lnTo>
                  <a:pt x="4147820" y="1656410"/>
                </a:lnTo>
                <a:lnTo>
                  <a:pt x="4188955" y="1637690"/>
                </a:lnTo>
                <a:lnTo>
                  <a:pt x="4214584" y="1622120"/>
                </a:lnTo>
                <a:lnTo>
                  <a:pt x="4227106" y="1614538"/>
                </a:lnTo>
                <a:lnTo>
                  <a:pt x="4227284" y="1614398"/>
                </a:lnTo>
                <a:lnTo>
                  <a:pt x="4262348" y="1587080"/>
                </a:lnTo>
                <a:lnTo>
                  <a:pt x="4294048" y="1555737"/>
                </a:lnTo>
                <a:lnTo>
                  <a:pt x="4321861" y="1520888"/>
                </a:lnTo>
                <a:lnTo>
                  <a:pt x="4345419" y="1482839"/>
                </a:lnTo>
                <a:lnTo>
                  <a:pt x="4364367" y="1441970"/>
                </a:lnTo>
                <a:lnTo>
                  <a:pt x="4378350" y="1398612"/>
                </a:lnTo>
                <a:lnTo>
                  <a:pt x="4386999" y="1353121"/>
                </a:lnTo>
                <a:lnTo>
                  <a:pt x="4389958" y="1305826"/>
                </a:lnTo>
                <a:lnTo>
                  <a:pt x="4389933" y="1305585"/>
                </a:lnTo>
                <a:lnTo>
                  <a:pt x="4389958" y="1305318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456579" y="3314902"/>
            <a:ext cx="14560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Application Platform Infrastructure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848185" y="1458164"/>
            <a:ext cx="4893310" cy="3675379"/>
            <a:chOff x="6848185" y="1458164"/>
            <a:chExt cx="4893310" cy="3675379"/>
          </a:xfrm>
        </p:grpSpPr>
        <p:sp>
          <p:nvSpPr>
            <p:cNvPr id="48" name="object 48"/>
            <p:cNvSpPr/>
            <p:nvPr/>
          </p:nvSpPr>
          <p:spPr>
            <a:xfrm>
              <a:off x="10988927" y="1458164"/>
              <a:ext cx="752475" cy="1355090"/>
            </a:xfrm>
            <a:custGeom>
              <a:avLst/>
              <a:gdLst/>
              <a:ahLst/>
              <a:cxnLst/>
              <a:rect l="l" t="t" r="r" b="b"/>
              <a:pathLst>
                <a:path w="752475" h="1355089">
                  <a:moveTo>
                    <a:pt x="751973" y="1354654"/>
                  </a:moveTo>
                  <a:lnTo>
                    <a:pt x="0" y="1354654"/>
                  </a:lnTo>
                  <a:lnTo>
                    <a:pt x="0" y="0"/>
                  </a:lnTo>
                  <a:lnTo>
                    <a:pt x="751973" y="0"/>
                  </a:lnTo>
                  <a:lnTo>
                    <a:pt x="751973" y="1354654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7151" y="1941073"/>
              <a:ext cx="74799" cy="7479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1061941" y="1520989"/>
              <a:ext cx="495300" cy="264160"/>
            </a:xfrm>
            <a:custGeom>
              <a:avLst/>
              <a:gdLst/>
              <a:ahLst/>
              <a:cxnLst/>
              <a:rect l="l" t="t" r="r" b="b"/>
              <a:pathLst>
                <a:path w="495300" h="264160">
                  <a:moveTo>
                    <a:pt x="494880" y="148145"/>
                  </a:moveTo>
                  <a:lnTo>
                    <a:pt x="0" y="148145"/>
                  </a:lnTo>
                  <a:lnTo>
                    <a:pt x="0" y="264109"/>
                  </a:lnTo>
                  <a:lnTo>
                    <a:pt x="494880" y="264109"/>
                  </a:lnTo>
                  <a:lnTo>
                    <a:pt x="494880" y="148145"/>
                  </a:lnTo>
                  <a:close/>
                </a:path>
                <a:path w="495300" h="264160">
                  <a:moveTo>
                    <a:pt x="494880" y="0"/>
                  </a:moveTo>
                  <a:lnTo>
                    <a:pt x="0" y="0"/>
                  </a:lnTo>
                  <a:lnTo>
                    <a:pt x="0" y="115976"/>
                  </a:lnTo>
                  <a:lnTo>
                    <a:pt x="494880" y="115976"/>
                  </a:lnTo>
                  <a:lnTo>
                    <a:pt x="494880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848182" y="2377693"/>
              <a:ext cx="4775200" cy="2755900"/>
            </a:xfrm>
            <a:custGeom>
              <a:avLst/>
              <a:gdLst/>
              <a:ahLst/>
              <a:cxnLst/>
              <a:rect l="l" t="t" r="r" b="b"/>
              <a:pathLst>
                <a:path w="4775200" h="2755900">
                  <a:moveTo>
                    <a:pt x="425945" y="1927377"/>
                  </a:moveTo>
                  <a:lnTo>
                    <a:pt x="0" y="1927377"/>
                  </a:lnTo>
                  <a:lnTo>
                    <a:pt x="0" y="2755823"/>
                  </a:lnTo>
                  <a:lnTo>
                    <a:pt x="425945" y="2755823"/>
                  </a:lnTo>
                  <a:lnTo>
                    <a:pt x="425945" y="1927377"/>
                  </a:lnTo>
                  <a:close/>
                </a:path>
                <a:path w="4775200" h="2755900">
                  <a:moveTo>
                    <a:pt x="4279735" y="12"/>
                  </a:moveTo>
                  <a:lnTo>
                    <a:pt x="4253433" y="12"/>
                  </a:lnTo>
                  <a:lnTo>
                    <a:pt x="4253433" y="435127"/>
                  </a:lnTo>
                  <a:lnTo>
                    <a:pt x="4279735" y="435127"/>
                  </a:lnTo>
                  <a:lnTo>
                    <a:pt x="4279735" y="12"/>
                  </a:lnTo>
                  <a:close/>
                </a:path>
                <a:path w="4775200" h="2755900">
                  <a:moveTo>
                    <a:pt x="4324718" y="0"/>
                  </a:moveTo>
                  <a:lnTo>
                    <a:pt x="4298442" y="0"/>
                  </a:lnTo>
                  <a:lnTo>
                    <a:pt x="4298442" y="435127"/>
                  </a:lnTo>
                  <a:lnTo>
                    <a:pt x="4324718" y="435127"/>
                  </a:lnTo>
                  <a:lnTo>
                    <a:pt x="4324718" y="0"/>
                  </a:lnTo>
                  <a:close/>
                </a:path>
                <a:path w="4775200" h="2755900">
                  <a:moveTo>
                    <a:pt x="4369714" y="0"/>
                  </a:moveTo>
                  <a:lnTo>
                    <a:pt x="4343412" y="0"/>
                  </a:lnTo>
                  <a:lnTo>
                    <a:pt x="4343412" y="435127"/>
                  </a:lnTo>
                  <a:lnTo>
                    <a:pt x="4369714" y="435127"/>
                  </a:lnTo>
                  <a:lnTo>
                    <a:pt x="4369714" y="0"/>
                  </a:lnTo>
                  <a:close/>
                </a:path>
                <a:path w="4775200" h="2755900">
                  <a:moveTo>
                    <a:pt x="4414685" y="0"/>
                  </a:moveTo>
                  <a:lnTo>
                    <a:pt x="4388409" y="0"/>
                  </a:lnTo>
                  <a:lnTo>
                    <a:pt x="4388409" y="435127"/>
                  </a:lnTo>
                  <a:lnTo>
                    <a:pt x="4414685" y="435127"/>
                  </a:lnTo>
                  <a:lnTo>
                    <a:pt x="4414685" y="0"/>
                  </a:lnTo>
                  <a:close/>
                </a:path>
                <a:path w="4775200" h="2755900">
                  <a:moveTo>
                    <a:pt x="4459694" y="12"/>
                  </a:moveTo>
                  <a:lnTo>
                    <a:pt x="4433392" y="12"/>
                  </a:lnTo>
                  <a:lnTo>
                    <a:pt x="4433392" y="435127"/>
                  </a:lnTo>
                  <a:lnTo>
                    <a:pt x="4459694" y="435127"/>
                  </a:lnTo>
                  <a:lnTo>
                    <a:pt x="4459694" y="12"/>
                  </a:lnTo>
                  <a:close/>
                </a:path>
                <a:path w="4775200" h="2755900">
                  <a:moveTo>
                    <a:pt x="4504690" y="0"/>
                  </a:moveTo>
                  <a:lnTo>
                    <a:pt x="4478388" y="0"/>
                  </a:lnTo>
                  <a:lnTo>
                    <a:pt x="4478388" y="435127"/>
                  </a:lnTo>
                  <a:lnTo>
                    <a:pt x="4504690" y="435127"/>
                  </a:lnTo>
                  <a:lnTo>
                    <a:pt x="4504690" y="0"/>
                  </a:lnTo>
                  <a:close/>
                </a:path>
                <a:path w="4775200" h="2755900">
                  <a:moveTo>
                    <a:pt x="4549660" y="0"/>
                  </a:moveTo>
                  <a:lnTo>
                    <a:pt x="4523384" y="0"/>
                  </a:lnTo>
                  <a:lnTo>
                    <a:pt x="4523384" y="435127"/>
                  </a:lnTo>
                  <a:lnTo>
                    <a:pt x="4549660" y="435127"/>
                  </a:lnTo>
                  <a:lnTo>
                    <a:pt x="4549660" y="0"/>
                  </a:lnTo>
                  <a:close/>
                </a:path>
                <a:path w="4775200" h="2755900">
                  <a:moveTo>
                    <a:pt x="4594657" y="0"/>
                  </a:moveTo>
                  <a:lnTo>
                    <a:pt x="4568368" y="0"/>
                  </a:lnTo>
                  <a:lnTo>
                    <a:pt x="4568368" y="435127"/>
                  </a:lnTo>
                  <a:lnTo>
                    <a:pt x="4594657" y="435127"/>
                  </a:lnTo>
                  <a:lnTo>
                    <a:pt x="4594657" y="0"/>
                  </a:lnTo>
                  <a:close/>
                </a:path>
                <a:path w="4775200" h="2755900">
                  <a:moveTo>
                    <a:pt x="4639640" y="0"/>
                  </a:moveTo>
                  <a:lnTo>
                    <a:pt x="4613364" y="0"/>
                  </a:lnTo>
                  <a:lnTo>
                    <a:pt x="4613364" y="435127"/>
                  </a:lnTo>
                  <a:lnTo>
                    <a:pt x="4639640" y="435127"/>
                  </a:lnTo>
                  <a:lnTo>
                    <a:pt x="4639640" y="0"/>
                  </a:lnTo>
                  <a:close/>
                </a:path>
                <a:path w="4775200" h="2755900">
                  <a:moveTo>
                    <a:pt x="4684636" y="0"/>
                  </a:moveTo>
                  <a:lnTo>
                    <a:pt x="4658334" y="0"/>
                  </a:lnTo>
                  <a:lnTo>
                    <a:pt x="4658334" y="435127"/>
                  </a:lnTo>
                  <a:lnTo>
                    <a:pt x="4684636" y="435127"/>
                  </a:lnTo>
                  <a:lnTo>
                    <a:pt x="4684636" y="0"/>
                  </a:lnTo>
                  <a:close/>
                </a:path>
                <a:path w="4775200" h="2755900">
                  <a:moveTo>
                    <a:pt x="4729607" y="0"/>
                  </a:moveTo>
                  <a:lnTo>
                    <a:pt x="4703343" y="0"/>
                  </a:lnTo>
                  <a:lnTo>
                    <a:pt x="4703343" y="435127"/>
                  </a:lnTo>
                  <a:lnTo>
                    <a:pt x="4729607" y="435127"/>
                  </a:lnTo>
                  <a:lnTo>
                    <a:pt x="4729607" y="0"/>
                  </a:lnTo>
                  <a:close/>
                </a:path>
                <a:path w="4775200" h="2755900">
                  <a:moveTo>
                    <a:pt x="4774616" y="0"/>
                  </a:moveTo>
                  <a:lnTo>
                    <a:pt x="4748314" y="0"/>
                  </a:lnTo>
                  <a:lnTo>
                    <a:pt x="4748314" y="435127"/>
                  </a:lnTo>
                  <a:lnTo>
                    <a:pt x="4774616" y="435127"/>
                  </a:lnTo>
                  <a:lnTo>
                    <a:pt x="477461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878104" y="4321352"/>
              <a:ext cx="366395" cy="795020"/>
            </a:xfrm>
            <a:custGeom>
              <a:avLst/>
              <a:gdLst/>
              <a:ahLst/>
              <a:cxnLst/>
              <a:rect l="l" t="t" r="r" b="b"/>
              <a:pathLst>
                <a:path w="366395" h="795020">
                  <a:moveTo>
                    <a:pt x="211226" y="754862"/>
                  </a:moveTo>
                  <a:lnTo>
                    <a:pt x="208254" y="746912"/>
                  </a:lnTo>
                  <a:lnTo>
                    <a:pt x="197700" y="735139"/>
                  </a:lnTo>
                  <a:lnTo>
                    <a:pt x="190525" y="731837"/>
                  </a:lnTo>
                  <a:lnTo>
                    <a:pt x="183045" y="731837"/>
                  </a:lnTo>
                  <a:lnTo>
                    <a:pt x="172097" y="734301"/>
                  </a:lnTo>
                  <a:lnTo>
                    <a:pt x="163144" y="741019"/>
                  </a:lnTo>
                  <a:lnTo>
                    <a:pt x="157111" y="750989"/>
                  </a:lnTo>
                  <a:lnTo>
                    <a:pt x="154901" y="763193"/>
                  </a:lnTo>
                  <a:lnTo>
                    <a:pt x="157111" y="775398"/>
                  </a:lnTo>
                  <a:lnTo>
                    <a:pt x="163144" y="785368"/>
                  </a:lnTo>
                  <a:lnTo>
                    <a:pt x="172097" y="792086"/>
                  </a:lnTo>
                  <a:lnTo>
                    <a:pt x="183045" y="794537"/>
                  </a:lnTo>
                  <a:lnTo>
                    <a:pt x="194017" y="792086"/>
                  </a:lnTo>
                  <a:lnTo>
                    <a:pt x="202971" y="785368"/>
                  </a:lnTo>
                  <a:lnTo>
                    <a:pt x="209003" y="775398"/>
                  </a:lnTo>
                  <a:lnTo>
                    <a:pt x="211226" y="763193"/>
                  </a:lnTo>
                  <a:lnTo>
                    <a:pt x="211226" y="754862"/>
                  </a:lnTo>
                  <a:close/>
                </a:path>
                <a:path w="366395" h="795020">
                  <a:moveTo>
                    <a:pt x="268897" y="10375"/>
                  </a:moveTo>
                  <a:lnTo>
                    <a:pt x="267576" y="6769"/>
                  </a:lnTo>
                  <a:lnTo>
                    <a:pt x="262826" y="1473"/>
                  </a:lnTo>
                  <a:lnTo>
                    <a:pt x="259600" y="0"/>
                  </a:lnTo>
                  <a:lnTo>
                    <a:pt x="249224" y="0"/>
                  </a:lnTo>
                  <a:lnTo>
                    <a:pt x="243547" y="6324"/>
                  </a:lnTo>
                  <a:lnTo>
                    <a:pt x="243547" y="14097"/>
                  </a:lnTo>
                  <a:lnTo>
                    <a:pt x="243547" y="21894"/>
                  </a:lnTo>
                  <a:lnTo>
                    <a:pt x="249224" y="28194"/>
                  </a:lnTo>
                  <a:lnTo>
                    <a:pt x="263220" y="28194"/>
                  </a:lnTo>
                  <a:lnTo>
                    <a:pt x="268897" y="21894"/>
                  </a:lnTo>
                  <a:lnTo>
                    <a:pt x="268897" y="10375"/>
                  </a:lnTo>
                  <a:close/>
                </a:path>
                <a:path w="366395" h="795020">
                  <a:moveTo>
                    <a:pt x="366128" y="44475"/>
                  </a:moveTo>
                  <a:lnTo>
                    <a:pt x="0" y="44475"/>
                  </a:lnTo>
                  <a:lnTo>
                    <a:pt x="0" y="710298"/>
                  </a:lnTo>
                  <a:lnTo>
                    <a:pt x="366128" y="710298"/>
                  </a:lnTo>
                  <a:lnTo>
                    <a:pt x="366128" y="44475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028160" y="4334141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4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0922168" y="2932805"/>
            <a:ext cx="98673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Desktop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67720" y="5134142"/>
            <a:ext cx="8953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Phones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034372" y="5388135"/>
            <a:ext cx="84570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Tablets</a:t>
            </a:r>
            <a:endParaRPr sz="1800" dirty="0">
              <a:latin typeface="Carlito"/>
              <a:cs typeface="Carlito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0847902" y="4484965"/>
            <a:ext cx="1143000" cy="937894"/>
            <a:chOff x="10847902" y="4484965"/>
            <a:chExt cx="1143000" cy="937894"/>
          </a:xfrm>
        </p:grpSpPr>
        <p:sp>
          <p:nvSpPr>
            <p:cNvPr id="58" name="object 58"/>
            <p:cNvSpPr/>
            <p:nvPr/>
          </p:nvSpPr>
          <p:spPr>
            <a:xfrm>
              <a:off x="10847902" y="4484965"/>
              <a:ext cx="1143000" cy="937894"/>
            </a:xfrm>
            <a:custGeom>
              <a:avLst/>
              <a:gdLst/>
              <a:ahLst/>
              <a:cxnLst/>
              <a:rect l="l" t="t" r="r" b="b"/>
              <a:pathLst>
                <a:path w="1143000" h="937895">
                  <a:moveTo>
                    <a:pt x="1142997" y="937273"/>
                  </a:moveTo>
                  <a:lnTo>
                    <a:pt x="0" y="937273"/>
                  </a:lnTo>
                  <a:lnTo>
                    <a:pt x="0" y="0"/>
                  </a:lnTo>
                  <a:lnTo>
                    <a:pt x="1142997" y="0"/>
                  </a:lnTo>
                  <a:lnTo>
                    <a:pt x="1142997" y="93727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931702" y="4550790"/>
              <a:ext cx="918844" cy="805815"/>
            </a:xfrm>
            <a:custGeom>
              <a:avLst/>
              <a:gdLst/>
              <a:ahLst/>
              <a:cxnLst/>
              <a:rect l="l" t="t" r="r" b="b"/>
              <a:pathLst>
                <a:path w="918845" h="805814">
                  <a:moveTo>
                    <a:pt x="918623" y="805623"/>
                  </a:moveTo>
                  <a:lnTo>
                    <a:pt x="0" y="805623"/>
                  </a:lnTo>
                  <a:lnTo>
                    <a:pt x="0" y="0"/>
                  </a:lnTo>
                  <a:lnTo>
                    <a:pt x="918623" y="0"/>
                  </a:lnTo>
                  <a:lnTo>
                    <a:pt x="918623" y="805623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0076" y="4891640"/>
              <a:ext cx="86499" cy="123924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0870328" y="4764690"/>
              <a:ext cx="39370" cy="55880"/>
            </a:xfrm>
            <a:custGeom>
              <a:avLst/>
              <a:gdLst/>
              <a:ahLst/>
              <a:cxnLst/>
              <a:rect l="l" t="t" r="r" b="b"/>
              <a:pathLst>
                <a:path w="39370" h="55879">
                  <a:moveTo>
                    <a:pt x="19474" y="55774"/>
                  </a:moveTo>
                  <a:lnTo>
                    <a:pt x="11896" y="53585"/>
                  </a:lnTo>
                  <a:lnTo>
                    <a:pt x="5706" y="47612"/>
                  </a:lnTo>
                  <a:lnTo>
                    <a:pt x="1531" y="38752"/>
                  </a:lnTo>
                  <a:lnTo>
                    <a:pt x="0" y="27899"/>
                  </a:lnTo>
                  <a:lnTo>
                    <a:pt x="1531" y="17043"/>
                  </a:lnTo>
                  <a:lnTo>
                    <a:pt x="5706" y="8174"/>
                  </a:lnTo>
                  <a:lnTo>
                    <a:pt x="11896" y="2193"/>
                  </a:lnTo>
                  <a:lnTo>
                    <a:pt x="19474" y="0"/>
                  </a:lnTo>
                  <a:lnTo>
                    <a:pt x="27049" y="2193"/>
                  </a:lnTo>
                  <a:lnTo>
                    <a:pt x="33231" y="8174"/>
                  </a:lnTo>
                  <a:lnTo>
                    <a:pt x="37397" y="17043"/>
                  </a:lnTo>
                  <a:lnTo>
                    <a:pt x="38924" y="27899"/>
                  </a:lnTo>
                  <a:lnTo>
                    <a:pt x="37397" y="38752"/>
                  </a:lnTo>
                  <a:lnTo>
                    <a:pt x="33231" y="47612"/>
                  </a:lnTo>
                  <a:lnTo>
                    <a:pt x="27049" y="53585"/>
                  </a:lnTo>
                  <a:lnTo>
                    <a:pt x="19474" y="55774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888002" y="4917289"/>
              <a:ext cx="0" cy="109220"/>
            </a:xfrm>
            <a:custGeom>
              <a:avLst/>
              <a:gdLst/>
              <a:ahLst/>
              <a:cxnLst/>
              <a:rect l="l" t="t" r="r" b="b"/>
              <a:pathLst>
                <a:path h="109220">
                  <a:moveTo>
                    <a:pt x="0" y="10892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7728175" y="5552463"/>
            <a:ext cx="28822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rlito"/>
                <a:cs typeface="Carlito"/>
              </a:rPr>
              <a:t>Cloud</a:t>
            </a:r>
            <a:r>
              <a:rPr sz="3200" spc="-10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Computing</a:t>
            </a:r>
            <a:endParaRPr sz="3200">
              <a:latin typeface="Carlito"/>
              <a:cs typeface="Carlito"/>
            </a:endParaRPr>
          </a:p>
        </p:txBody>
      </p:sp>
      <p:pic>
        <p:nvPicPr>
          <p:cNvPr id="64" name="object 6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65" name="object 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6" name="object 6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graphicFrame>
        <p:nvGraphicFramePr>
          <p:cNvPr id="76" name="object 3">
            <a:extLst>
              <a:ext uri="{FF2B5EF4-FFF2-40B4-BE49-F238E27FC236}">
                <a16:creationId xmlns:a16="http://schemas.microsoft.com/office/drawing/2014/main" id="{138CFD2C-70EE-CB28-7CB6-A2D884CD54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0018555"/>
              </p:ext>
            </p:extLst>
          </p:nvPr>
        </p:nvGraphicFramePr>
        <p:xfrm>
          <a:off x="225426" y="685800"/>
          <a:ext cx="6288710" cy="5781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478915" algn="ctr" rtl="0">
              <a:lnSpc>
                <a:spcPct val="90000"/>
              </a:lnSpc>
              <a:spcBef>
                <a:spcPct val="0"/>
              </a:spcBef>
            </a:pPr>
            <a:r>
              <a:rPr lang="en-US" sz="3200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Many</a:t>
            </a:r>
            <a:r>
              <a:rPr lang="en-US" sz="3200" kern="1200" spc="-125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3200" kern="1200" spc="-125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spc="-1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Providers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5"/>
          </p:nvPr>
        </p:nvSpPr>
        <p:spPr>
          <a:xfrm rot="16200000">
            <a:off x="-1700784" y="324612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spcAft>
                <a:spcPts val="600"/>
              </a:spcAft>
            </a:pPr>
            <a:r>
              <a:rPr lang="en-US" sz="700" kern="1200" spc="-2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442" y="2447337"/>
            <a:ext cx="4353116" cy="3770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87325" indent="-228600" algn="l" rtl="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187325" algn="l"/>
              </a:tabLst>
            </a:pP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AWS:</a:t>
            </a:r>
            <a:r>
              <a:rPr lang="en-US" sz="2000" kern="1200" spc="-1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Amazon</a:t>
            </a:r>
            <a:r>
              <a:rPr lang="en-US" sz="2000" kern="1200" spc="-5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Web</a:t>
            </a:r>
            <a:r>
              <a:rPr lang="en-US" sz="2000" kern="1200" spc="-5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Services</a:t>
            </a:r>
            <a:endParaRPr lang="en-US" sz="2000" kern="1200">
              <a:solidFill>
                <a:srgbClr val="595959"/>
              </a:solidFill>
              <a:latin typeface="+mn-lt"/>
              <a:ea typeface="+mn-ea"/>
              <a:cs typeface="+mn-cs"/>
            </a:endParaRPr>
          </a:p>
          <a:p>
            <a:pPr marL="643255" lvl="1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643255" algn="l"/>
              </a:tabLst>
            </a:pP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EC2:</a:t>
            </a:r>
            <a:r>
              <a:rPr lang="en-US" sz="2000" kern="1200" spc="-3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Elastic</a:t>
            </a:r>
            <a:r>
              <a:rPr lang="en-US" sz="2000" kern="1200" spc="-3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Compute</a:t>
            </a:r>
            <a:r>
              <a:rPr lang="en-US" sz="2000" kern="1200" spc="-3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Cloud</a:t>
            </a:r>
            <a:endParaRPr lang="en-US" sz="2000" kern="1200">
              <a:solidFill>
                <a:srgbClr val="595959"/>
              </a:solidFill>
              <a:latin typeface="+mn-lt"/>
              <a:ea typeface="+mn-ea"/>
              <a:cs typeface="+mn-cs"/>
            </a:endParaRPr>
          </a:p>
          <a:p>
            <a:pPr marL="643255" lvl="1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643255" algn="l"/>
              </a:tabLst>
            </a:pP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S3:</a:t>
            </a:r>
            <a:r>
              <a:rPr lang="en-US" sz="2000" kern="1200" spc="-3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Simple</a:t>
            </a:r>
            <a:r>
              <a:rPr lang="en-US" sz="2000" kern="1200" spc="-25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Storage</a:t>
            </a:r>
            <a:r>
              <a:rPr lang="en-US" sz="2000" kern="1200" spc="-25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Service</a:t>
            </a:r>
            <a:endParaRPr lang="en-US" sz="2000" kern="1200">
              <a:solidFill>
                <a:srgbClr val="595959"/>
              </a:solidFill>
              <a:latin typeface="+mn-lt"/>
              <a:ea typeface="+mn-ea"/>
              <a:cs typeface="+mn-cs"/>
            </a:endParaRPr>
          </a:p>
          <a:p>
            <a:pPr marL="643255" lvl="1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643255" algn="l"/>
              </a:tabLst>
            </a:pP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EBS:</a:t>
            </a:r>
            <a:r>
              <a:rPr lang="en-US" sz="2000" kern="1200" spc="-2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Elastic</a:t>
            </a:r>
            <a:r>
              <a:rPr lang="en-US" sz="2000" kern="1200" spc="-2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Block</a:t>
            </a:r>
            <a:r>
              <a:rPr lang="en-US" sz="2000" kern="1200" spc="-15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Storage</a:t>
            </a:r>
            <a:endParaRPr lang="en-US" sz="2000" kern="1200">
              <a:solidFill>
                <a:srgbClr val="595959"/>
              </a:solidFill>
              <a:latin typeface="+mn-lt"/>
              <a:ea typeface="+mn-ea"/>
              <a:cs typeface="+mn-cs"/>
            </a:endParaRPr>
          </a:p>
          <a:p>
            <a:pPr marL="187325" indent="-228600" algn="l" rtl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187325" algn="l"/>
              </a:tabLst>
            </a:pP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Microsoft</a:t>
            </a:r>
            <a:r>
              <a:rPr lang="en-US" sz="2000" kern="1200" spc="-45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Azure</a:t>
            </a:r>
            <a:endParaRPr lang="en-US" sz="2000" kern="1200">
              <a:solidFill>
                <a:srgbClr val="595959"/>
              </a:solidFill>
              <a:latin typeface="+mn-lt"/>
              <a:ea typeface="+mn-ea"/>
              <a:cs typeface="+mn-cs"/>
            </a:endParaRPr>
          </a:p>
          <a:p>
            <a:pPr marL="187325" indent="-228600" algn="l" rtl="0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tabLst>
                <a:tab pos="187325" algn="l"/>
              </a:tabLst>
            </a:pP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Google</a:t>
            </a:r>
            <a:r>
              <a:rPr lang="en-US" sz="2000" kern="1200" spc="-45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Compute</a:t>
            </a:r>
            <a:r>
              <a:rPr lang="en-US" sz="2000" kern="1200" spc="-3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Engine/AppEngine</a:t>
            </a:r>
            <a:endParaRPr lang="en-US" sz="2000" kern="1200">
              <a:solidFill>
                <a:srgbClr val="595959"/>
              </a:solidFill>
              <a:latin typeface="+mn-lt"/>
              <a:ea typeface="+mn-ea"/>
              <a:cs typeface="+mn-cs"/>
            </a:endParaRPr>
          </a:p>
          <a:p>
            <a:pPr marL="187325" indent="-228600" algn="l" rtl="0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tabLst>
                <a:tab pos="187325" algn="l"/>
              </a:tabLst>
            </a:pP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Rightscale, Salesforce, </a:t>
            </a:r>
            <a:r>
              <a:rPr lang="en-US" sz="2000" kern="1200" spc="-2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EMC,</a:t>
            </a:r>
            <a:endParaRPr lang="en-US" sz="2000" kern="1200">
              <a:solidFill>
                <a:srgbClr val="595959"/>
              </a:solidFill>
              <a:latin typeface="+mn-lt"/>
              <a:ea typeface="+mn-ea"/>
              <a:cs typeface="+mn-cs"/>
            </a:endParaRPr>
          </a:p>
          <a:p>
            <a:pPr marL="187325" indent="-228600" algn="l" rtl="0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tabLst>
                <a:tab pos="187325" algn="l"/>
              </a:tabLst>
            </a:pP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Gigaspaces, 10gen, Datastax, </a:t>
            </a:r>
            <a:r>
              <a:rPr lang="en-US" sz="2000" kern="1200" spc="-1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Oracle,</a:t>
            </a:r>
            <a:endParaRPr lang="en-US" sz="2000" kern="1200">
              <a:solidFill>
                <a:srgbClr val="595959"/>
              </a:solidFill>
              <a:latin typeface="+mn-lt"/>
              <a:ea typeface="+mn-ea"/>
              <a:cs typeface="+mn-cs"/>
            </a:endParaRPr>
          </a:p>
          <a:p>
            <a:pPr marL="187325" indent="-228600" algn="l" rtl="0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tabLst>
                <a:tab pos="187325" algn="l"/>
              </a:tabLst>
            </a:pP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VMWare, Yahoo, </a:t>
            </a:r>
            <a:r>
              <a:rPr lang="en-US" sz="2000" kern="1200" spc="-1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Cloudera</a:t>
            </a:r>
            <a:endParaRPr lang="en-US" sz="2000" kern="1200">
              <a:solidFill>
                <a:srgbClr val="595959"/>
              </a:solidFill>
              <a:latin typeface="+mn-lt"/>
              <a:ea typeface="+mn-ea"/>
              <a:cs typeface="+mn-cs"/>
            </a:endParaRPr>
          </a:p>
          <a:p>
            <a:pPr marL="187325" indent="-228600" algn="l" rtl="0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tabLst>
                <a:tab pos="187325" algn="l"/>
              </a:tabLst>
            </a:pP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000" kern="1200" spc="-35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100s</a:t>
            </a:r>
            <a:r>
              <a:rPr lang="en-US" sz="2000" kern="1200" spc="-35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more…</a:t>
            </a:r>
            <a:endParaRPr lang="en-US" sz="2000" kern="1200">
              <a:solidFill>
                <a:srgbClr val="595959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9179" y="685799"/>
            <a:ext cx="4342300" cy="5531972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>
          <a:xfrm>
            <a:off x="9180576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</a:pPr>
            <a:fld id="{81D60167-4931-47E6-BA6A-407CBD079E47}" type="slidenum">
              <a:rPr lang="en-US" sz="900" kern="1200" spc="-2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 rtl="0">
                <a:spcAft>
                  <a:spcPts val="600"/>
                </a:spcAft>
              </a:pPr>
              <a:t>12</a:t>
            </a:fld>
            <a:endParaRPr lang="en-US" sz="900" kern="1200" spc="-25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7425">
              <a:lnSpc>
                <a:spcPct val="100000"/>
              </a:lnSpc>
              <a:spcBef>
                <a:spcPts val="100"/>
              </a:spcBef>
            </a:pPr>
            <a:r>
              <a:rPr lang="en-US" spc="-30"/>
              <a:t>Cloud-</a:t>
            </a:r>
            <a:r>
              <a:rPr lang="en-US" spc="-10"/>
              <a:t>Sourcing</a:t>
            </a:r>
            <a:endParaRPr lang="en-US"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1" y="29190"/>
            <a:ext cx="1371597" cy="1371596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>
            <a:off x="5943600" y="6467713"/>
            <a:ext cx="1785923" cy="177800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13</a:t>
            </a:fld>
            <a:endParaRPr lang="en-US" spc="-25" dirty="0"/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7EA654A1-AB2A-6EAD-226D-ED5617000343}"/>
              </a:ext>
            </a:extLst>
          </p:cNvPr>
          <p:cNvGraphicFramePr/>
          <p:nvPr/>
        </p:nvGraphicFramePr>
        <p:xfrm>
          <a:off x="431146" y="1343692"/>
          <a:ext cx="7042150" cy="4914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29565"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Advantages</a:t>
            </a:r>
            <a:r>
              <a:rPr lang="en-US" sz="4000" kern="1200" spc="-1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4000" kern="1200" spc="-1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000" kern="1200" spc="-1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Computing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 rot="5400000">
            <a:off x="-1828800" y="198424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spcAft>
                <a:spcPts val="600"/>
              </a:spcAft>
            </a:pPr>
            <a:r>
              <a:rPr lang="en-US" sz="1100" kern="1200" spc="-2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</a:pPr>
            <a:fld id="{81D60167-4931-47E6-BA6A-407CBD079E47}" type="slidenum">
              <a:rPr lang="en-US" sz="1100" kern="1200" spc="-25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r" rtl="0">
                <a:spcAft>
                  <a:spcPts val="600"/>
                </a:spcAft>
              </a:pPr>
              <a:t>14</a:t>
            </a:fld>
            <a:endParaRPr lang="en-US" sz="1100" kern="1200" spc="-25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3204BBA5-33B6-3D97-8371-476AE2A020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254483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29565"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Advantages</a:t>
            </a:r>
            <a:r>
              <a:rPr lang="en-US" sz="4000" kern="1200" spc="-1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4000" kern="1200" spc="-1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000" kern="1200" spc="-1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Computing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 rot="5400000">
            <a:off x="-1828800" y="198424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spcAft>
                <a:spcPts val="600"/>
              </a:spcAft>
            </a:pPr>
            <a:r>
              <a:rPr lang="en-US" sz="1100" kern="1200" spc="-2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</a:pPr>
            <a:fld id="{81D60167-4931-47E6-BA6A-407CBD079E47}" type="slidenum">
              <a:rPr lang="en-US" sz="1100" kern="1200" spc="-25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r" rtl="0">
                <a:spcAft>
                  <a:spcPts val="600"/>
                </a:spcAft>
              </a:pPr>
              <a:t>15</a:t>
            </a:fld>
            <a:endParaRPr lang="en-US" sz="1100" kern="1200" spc="-25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1BEEB77D-97DA-9281-0523-ED7FCE8206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639495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7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Disadvantages</a:t>
            </a:r>
            <a:r>
              <a:rPr lang="en-US" sz="3700" kern="1200" spc="-114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3700" kern="1200" spc="-1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3700" kern="1200" spc="-1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Computing</a:t>
            </a:r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object 3"/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05104" indent="-228600" algn="l" rtl="0">
              <a:lnSpc>
                <a:spcPct val="90000"/>
              </a:lnSpc>
              <a:spcBef>
                <a:spcPts val="1280"/>
              </a:spcBef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Requires</a:t>
            </a:r>
            <a:r>
              <a:rPr lang="en-US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constant</a:t>
            </a:r>
            <a:r>
              <a:rPr lang="en-US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internet</a:t>
            </a:r>
            <a:r>
              <a:rPr lang="en-US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connection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05104" indent="-228600" algn="l" rtl="0">
              <a:lnSpc>
                <a:spcPct val="90000"/>
              </a:lnSpc>
              <a:spcBef>
                <a:spcPts val="1180"/>
              </a:spcBef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Does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well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low-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speed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connections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05104" indent="-228600" algn="l" rtl="0">
              <a:lnSpc>
                <a:spcPct val="90000"/>
              </a:lnSpc>
              <a:spcBef>
                <a:spcPts val="555"/>
              </a:spcBef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Features</a:t>
            </a:r>
            <a:r>
              <a:rPr lang="en-US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might</a:t>
            </a:r>
            <a:r>
              <a:rPr lang="en-US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limited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05104" indent="-228600" algn="l" rtl="0">
              <a:lnSpc>
                <a:spcPct val="90000"/>
              </a:lnSpc>
              <a:spcBef>
                <a:spcPts val="555"/>
              </a:spcBef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</a:t>
            </a:r>
            <a:r>
              <a:rPr lang="en-US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slow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05104" indent="-228600" algn="l" rtl="0">
              <a:lnSpc>
                <a:spcPct val="90000"/>
              </a:lnSpc>
              <a:spcBef>
                <a:spcPts val="555"/>
              </a:spcBef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Stored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might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secured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05104" indent="-228600" algn="l" rtl="0">
              <a:lnSpc>
                <a:spcPct val="90000"/>
              </a:lnSpc>
              <a:spcBef>
                <a:spcPts val="555"/>
              </a:spcBef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Stored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lost!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05104" indent="-228600" algn="l" rtl="0">
              <a:lnSpc>
                <a:spcPct val="90000"/>
              </a:lnSpc>
              <a:spcBef>
                <a:spcPts val="555"/>
              </a:spcBef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compute-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intensive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HPC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applications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MPI/OpenMP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05104" indent="-228600" algn="l" rtl="0">
              <a:lnSpc>
                <a:spcPct val="90000"/>
              </a:lnSpc>
              <a:spcBef>
                <a:spcPts val="555"/>
              </a:spcBef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General</a:t>
            </a:r>
            <a:r>
              <a:rPr lang="en-US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Concerns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61670" lvl="1" indent="-228600" algn="l" rtl="0">
              <a:lnSpc>
                <a:spcPct val="90000"/>
              </a:lnSpc>
              <a:spcBef>
                <a:spcPts val="55"/>
              </a:spcBef>
              <a:buFont typeface="Arial" panose="020B0604020202020204" pitchFamily="34" charset="0"/>
              <a:buChar char="•"/>
              <a:tabLst>
                <a:tab pos="661670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en-US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</a:t>
            </a:r>
            <a:r>
              <a:rPr lang="en-US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uses</a:t>
            </a:r>
            <a:r>
              <a:rPr lang="en-US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</a:t>
            </a:r>
            <a:r>
              <a:rPr lang="en-US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protocols</a:t>
            </a:r>
            <a:r>
              <a:rPr lang="en-US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</a:t>
            </a:r>
            <a:r>
              <a:rPr lang="en-US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APIs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120775" lvl="2" indent="-228600" algn="l" rtl="0">
              <a:lnSpc>
                <a:spcPct val="90000"/>
              </a:lnSpc>
              <a:spcBef>
                <a:spcPts val="85"/>
              </a:spcBef>
              <a:buFont typeface="Arial" panose="020B0604020202020204" pitchFamily="34" charset="0"/>
              <a:buChar char="•"/>
              <a:tabLst>
                <a:tab pos="1120775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possible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applications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based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systems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61670" marR="5080" lvl="1" indent="-228600" algn="l" rtl="0">
              <a:lnSpc>
                <a:spcPct val="90000"/>
              </a:lnSpc>
              <a:spcBef>
                <a:spcPts val="535"/>
              </a:spcBef>
              <a:buFont typeface="Arial" panose="020B0604020202020204" pitchFamily="34" charset="0"/>
              <a:buChar char="•"/>
              <a:tabLst>
                <a:tab pos="662940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Amazon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created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own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(not</a:t>
            </a:r>
            <a:r>
              <a:rPr lang="en-US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92),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workflow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(many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popular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workflow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</a:t>
            </a:r>
            <a:r>
              <a:rPr lang="en-US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  <a:r>
              <a:rPr lang="en-US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there)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120775" lvl="2" indent="-228600" algn="l" rtl="0">
              <a:lnSpc>
                <a:spcPct val="90000"/>
              </a:lnSpc>
              <a:spcBef>
                <a:spcPts val="135"/>
              </a:spcBef>
              <a:buFont typeface="Arial" panose="020B0604020202020204" pitchFamily="34" charset="0"/>
              <a:buChar char="•"/>
              <a:tabLst>
                <a:tab pos="1120775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normal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applications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adapted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platforms.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>
            <a:off x="4038600" y="6356350"/>
            <a:ext cx="525117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spcAft>
                <a:spcPts val="600"/>
              </a:spcAft>
            </a:pPr>
            <a:r>
              <a:rPr lang="en-US" kern="1200" spc="-2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>
          <a:xfrm>
            <a:off x="9541564" y="6356350"/>
            <a:ext cx="181223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</a:pPr>
            <a:fld id="{81D60167-4931-47E6-BA6A-407CBD079E47}" type="slidenum">
              <a:rPr lang="en-US" kern="1200" spc="-25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 rtl="0">
                <a:spcAft>
                  <a:spcPts val="600"/>
                </a:spcAft>
              </a:pPr>
              <a:t>16</a:t>
            </a:fld>
            <a:endParaRPr lang="en-US" kern="1200" spc="-25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 rot="5400000">
            <a:off x="-1828800" y="198424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spcAft>
                <a:spcPts val="600"/>
              </a:spcAft>
            </a:pPr>
            <a:r>
              <a:rPr lang="en-US" sz="1100" kern="1200" spc="-2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</a:pPr>
            <a:fld id="{81D60167-4931-47E6-BA6A-407CBD079E47}" type="slidenum">
              <a:rPr lang="en-US" sz="1100" kern="1200" spc="-25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r" rtl="0">
                <a:spcAft>
                  <a:spcPts val="600"/>
                </a:spcAft>
              </a:pPr>
              <a:t>17</a:t>
            </a:fld>
            <a:endParaRPr lang="en-US" sz="1100" kern="1200" spc="-25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100866" y="6429613"/>
            <a:ext cx="1797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878787"/>
                </a:solidFill>
                <a:latin typeface="Carlito"/>
                <a:cs typeface="Carlito"/>
              </a:rPr>
              <a:t>49</a:t>
            </a:r>
            <a:endParaRPr lang="en-US" sz="1200">
              <a:latin typeface="Carlito"/>
              <a:cs typeface="Carlito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B52EB75D-C1F8-FC24-8087-1B204E69F1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5486087"/>
              </p:ext>
            </p:extLst>
          </p:nvPr>
        </p:nvGraphicFramePr>
        <p:xfrm>
          <a:off x="644056" y="381000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662</Words>
  <Application>Microsoft Office PowerPoint</Application>
  <PresentationFormat>Widescreen</PresentationFormat>
  <Paragraphs>156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Carlito</vt:lpstr>
      <vt:lpstr>Times New Roman</vt:lpstr>
      <vt:lpstr>Office Theme</vt:lpstr>
      <vt:lpstr>Parallel and Distributed/Cloud Computing</vt:lpstr>
      <vt:lpstr>Recap</vt:lpstr>
      <vt:lpstr>PowerPoint Presentation</vt:lpstr>
      <vt:lpstr>Essentials Characteristics of Cloud Computing</vt:lpstr>
      <vt:lpstr>Common Characteristics</vt:lpstr>
      <vt:lpstr>Typical Computing Pattern</vt:lpstr>
      <vt:lpstr>Typical Computing Pattern</vt:lpstr>
      <vt:lpstr>Typical Computing Pattern</vt:lpstr>
      <vt:lpstr>Typical Computing Pattern</vt:lpstr>
      <vt:lpstr>Cloud Computing Examples</vt:lpstr>
      <vt:lpstr>Cloud Computing Nutshell </vt:lpstr>
      <vt:lpstr>Many Cloud Providers</vt:lpstr>
      <vt:lpstr>Cloud-Sourcing</vt:lpstr>
      <vt:lpstr>Advantages of Cloud Computing</vt:lpstr>
      <vt:lpstr>Advantages of Cloud Computing</vt:lpstr>
      <vt:lpstr>Disadvantages of Cloud Computing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&amp; Cloud  Computing</dc:title>
  <dc:creator>Raees</dc:creator>
  <cp:lastModifiedBy>Muhammad Raees</cp:lastModifiedBy>
  <cp:revision>22</cp:revision>
  <dcterms:created xsi:type="dcterms:W3CDTF">2024-01-26T02:13:52Z</dcterms:created>
  <dcterms:modified xsi:type="dcterms:W3CDTF">2026-02-24T18:29:32Z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2024-01-26T00:00:00Z</vt:filetime>
  </property>
  <property fmtid="{D5CDD505-2E9C-101B-9397-08002B2CF9AE}" pid="4" name="Producer">
    <vt:lpwstr>3-Heights(TM) PDF Security Shell 4.8.25.2 (http://www.pdf-tools.com)</vt:lpwstr>
  </property>
</Properties>
</file>