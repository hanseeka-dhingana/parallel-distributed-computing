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66" y="3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F2F5FC-C9DC-4D16-829A-B826B5646E5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8DB125E-F84E-40D6-BC59-60FCE7785CEB}">
      <dgm:prSet/>
      <dgm:spPr/>
      <dgm:t>
        <a:bodyPr/>
        <a:lstStyle/>
        <a:p>
          <a:pPr>
            <a:defRPr cap="all"/>
          </a:pPr>
          <a:r>
            <a:rPr lang="en-US"/>
            <a:t>Week – 06 Lectures</a:t>
          </a:r>
        </a:p>
      </dgm:t>
    </dgm:pt>
    <dgm:pt modelId="{8C5AEE9B-B707-4C3C-ACA7-695118AE89E0}" type="parTrans" cxnId="{7A40EEC1-5A87-4001-ACFB-DC4893D3EC2B}">
      <dgm:prSet/>
      <dgm:spPr/>
      <dgm:t>
        <a:bodyPr/>
        <a:lstStyle/>
        <a:p>
          <a:endParaRPr lang="en-US"/>
        </a:p>
      </dgm:t>
    </dgm:pt>
    <dgm:pt modelId="{182E5C2B-29E0-4369-9AB5-1BC6A4B64752}" type="sibTrans" cxnId="{7A40EEC1-5A87-4001-ACFB-DC4893D3EC2B}">
      <dgm:prSet/>
      <dgm:spPr/>
      <dgm:t>
        <a:bodyPr/>
        <a:lstStyle/>
        <a:p>
          <a:endParaRPr lang="en-US"/>
        </a:p>
      </dgm:t>
    </dgm:pt>
    <dgm:pt modelId="{83E9276A-4D0D-47EE-92D9-1292AA916454}">
      <dgm:prSet/>
      <dgm:spPr/>
      <dgm:t>
        <a:bodyPr/>
        <a:lstStyle/>
        <a:p>
          <a:pPr>
            <a:defRPr cap="all"/>
          </a:pPr>
          <a:r>
            <a:rPr lang="en-US"/>
            <a:t>BS – CS - VIII</a:t>
          </a:r>
        </a:p>
      </dgm:t>
    </dgm:pt>
    <dgm:pt modelId="{E73FEA83-A523-4E7A-BED5-2DEA2987AD82}" type="parTrans" cxnId="{09153ABE-A428-431D-AB91-F7850E62BB11}">
      <dgm:prSet/>
      <dgm:spPr/>
      <dgm:t>
        <a:bodyPr/>
        <a:lstStyle/>
        <a:p>
          <a:endParaRPr lang="en-US"/>
        </a:p>
      </dgm:t>
    </dgm:pt>
    <dgm:pt modelId="{D45F1562-8F8C-4E24-8033-873F559136BE}" type="sibTrans" cxnId="{09153ABE-A428-431D-AB91-F7850E62BB11}">
      <dgm:prSet/>
      <dgm:spPr/>
      <dgm:t>
        <a:bodyPr/>
        <a:lstStyle/>
        <a:p>
          <a:endParaRPr lang="en-US"/>
        </a:p>
      </dgm:t>
    </dgm:pt>
    <dgm:pt modelId="{F8AEE3C7-5544-43C4-85A3-A3208F360907}" type="pres">
      <dgm:prSet presAssocID="{D5F2F5FC-C9DC-4D16-829A-B826B5646E51}" presName="root" presStyleCnt="0">
        <dgm:presLayoutVars>
          <dgm:dir/>
          <dgm:resizeHandles val="exact"/>
        </dgm:presLayoutVars>
      </dgm:prSet>
      <dgm:spPr/>
    </dgm:pt>
    <dgm:pt modelId="{81E086D1-569C-4FDB-AA23-699C98C488AF}" type="pres">
      <dgm:prSet presAssocID="{58DB125E-F84E-40D6-BC59-60FCE7785CEB}" presName="compNode" presStyleCnt="0"/>
      <dgm:spPr/>
    </dgm:pt>
    <dgm:pt modelId="{E5BDAE8C-A77F-4429-AE20-FF511FFF6F9A}" type="pres">
      <dgm:prSet presAssocID="{58DB125E-F84E-40D6-BC59-60FCE7785CEB}" presName="iconBgRect" presStyleLbl="bgShp" presStyleIdx="0" presStyleCnt="2"/>
      <dgm:spPr/>
    </dgm:pt>
    <dgm:pt modelId="{9118895E-13A6-4ECC-A9EF-666F87BE3494}" type="pres">
      <dgm:prSet presAssocID="{58DB125E-F84E-40D6-BC59-60FCE7785CE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cturer"/>
        </a:ext>
      </dgm:extLst>
    </dgm:pt>
    <dgm:pt modelId="{629842AB-0EDE-4EAE-98E6-12067DA034CB}" type="pres">
      <dgm:prSet presAssocID="{58DB125E-F84E-40D6-BC59-60FCE7785CEB}" presName="spaceRect" presStyleCnt="0"/>
      <dgm:spPr/>
    </dgm:pt>
    <dgm:pt modelId="{2B12795D-A140-4C7B-97DD-4718AC02D26F}" type="pres">
      <dgm:prSet presAssocID="{58DB125E-F84E-40D6-BC59-60FCE7785CEB}" presName="textRect" presStyleLbl="revTx" presStyleIdx="0" presStyleCnt="2">
        <dgm:presLayoutVars>
          <dgm:chMax val="1"/>
          <dgm:chPref val="1"/>
        </dgm:presLayoutVars>
      </dgm:prSet>
      <dgm:spPr/>
    </dgm:pt>
    <dgm:pt modelId="{DD20B4C9-2873-4051-88A8-204ED715E642}" type="pres">
      <dgm:prSet presAssocID="{182E5C2B-29E0-4369-9AB5-1BC6A4B64752}" presName="sibTrans" presStyleCnt="0"/>
      <dgm:spPr/>
    </dgm:pt>
    <dgm:pt modelId="{FAD63454-6021-41ED-8E3C-244F4FD5F464}" type="pres">
      <dgm:prSet presAssocID="{83E9276A-4D0D-47EE-92D9-1292AA916454}" presName="compNode" presStyleCnt="0"/>
      <dgm:spPr/>
    </dgm:pt>
    <dgm:pt modelId="{EC8709A6-70BD-491A-BC5B-AC747BBB476B}" type="pres">
      <dgm:prSet presAssocID="{83E9276A-4D0D-47EE-92D9-1292AA916454}" presName="iconBgRect" presStyleLbl="bgShp" presStyleIdx="1" presStyleCnt="2"/>
      <dgm:spPr/>
    </dgm:pt>
    <dgm:pt modelId="{492F865D-075F-400A-B0D9-9EF5BD48919D}" type="pres">
      <dgm:prSet presAssocID="{83E9276A-4D0D-47EE-92D9-1292AA91645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DFEABAC8-D150-4833-ADAC-ADEE8AC947E0}" type="pres">
      <dgm:prSet presAssocID="{83E9276A-4D0D-47EE-92D9-1292AA916454}" presName="spaceRect" presStyleCnt="0"/>
      <dgm:spPr/>
    </dgm:pt>
    <dgm:pt modelId="{14AC8166-3802-43CA-A858-F1F774EA9139}" type="pres">
      <dgm:prSet presAssocID="{83E9276A-4D0D-47EE-92D9-1292AA91645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8CBFB7D-F2E1-4A7B-B566-9EBDBD5C522F}" type="presOf" srcId="{83E9276A-4D0D-47EE-92D9-1292AA916454}" destId="{14AC8166-3802-43CA-A858-F1F774EA9139}" srcOrd="0" destOrd="0" presId="urn:microsoft.com/office/officeart/2018/5/layout/IconCircleLabelList"/>
    <dgm:cxn modelId="{2A47B7A1-A3FC-4AC1-AEC0-1FE678724AB8}" type="presOf" srcId="{D5F2F5FC-C9DC-4D16-829A-B826B5646E51}" destId="{F8AEE3C7-5544-43C4-85A3-A3208F360907}" srcOrd="0" destOrd="0" presId="urn:microsoft.com/office/officeart/2018/5/layout/IconCircleLabelList"/>
    <dgm:cxn modelId="{E5B7D5BB-1EDC-4294-A372-15A160C90391}" type="presOf" srcId="{58DB125E-F84E-40D6-BC59-60FCE7785CEB}" destId="{2B12795D-A140-4C7B-97DD-4718AC02D26F}" srcOrd="0" destOrd="0" presId="urn:microsoft.com/office/officeart/2018/5/layout/IconCircleLabelList"/>
    <dgm:cxn modelId="{09153ABE-A428-431D-AB91-F7850E62BB11}" srcId="{D5F2F5FC-C9DC-4D16-829A-B826B5646E51}" destId="{83E9276A-4D0D-47EE-92D9-1292AA916454}" srcOrd="1" destOrd="0" parTransId="{E73FEA83-A523-4E7A-BED5-2DEA2987AD82}" sibTransId="{D45F1562-8F8C-4E24-8033-873F559136BE}"/>
    <dgm:cxn modelId="{7A40EEC1-5A87-4001-ACFB-DC4893D3EC2B}" srcId="{D5F2F5FC-C9DC-4D16-829A-B826B5646E51}" destId="{58DB125E-F84E-40D6-BC59-60FCE7785CEB}" srcOrd="0" destOrd="0" parTransId="{8C5AEE9B-B707-4C3C-ACA7-695118AE89E0}" sibTransId="{182E5C2B-29E0-4369-9AB5-1BC6A4B64752}"/>
    <dgm:cxn modelId="{E9E0EF50-D18D-4B0F-963B-6F5FDA63D0FF}" type="presParOf" srcId="{F8AEE3C7-5544-43C4-85A3-A3208F360907}" destId="{81E086D1-569C-4FDB-AA23-699C98C488AF}" srcOrd="0" destOrd="0" presId="urn:microsoft.com/office/officeart/2018/5/layout/IconCircleLabelList"/>
    <dgm:cxn modelId="{ED7F69A5-9ED7-4977-880E-561FDE4B6F1E}" type="presParOf" srcId="{81E086D1-569C-4FDB-AA23-699C98C488AF}" destId="{E5BDAE8C-A77F-4429-AE20-FF511FFF6F9A}" srcOrd="0" destOrd="0" presId="urn:microsoft.com/office/officeart/2018/5/layout/IconCircleLabelList"/>
    <dgm:cxn modelId="{5FF8170B-AA42-4C5F-A4ED-61B58D13A3F5}" type="presParOf" srcId="{81E086D1-569C-4FDB-AA23-699C98C488AF}" destId="{9118895E-13A6-4ECC-A9EF-666F87BE3494}" srcOrd="1" destOrd="0" presId="urn:microsoft.com/office/officeart/2018/5/layout/IconCircleLabelList"/>
    <dgm:cxn modelId="{328E109B-67D5-4330-A43B-24F022967755}" type="presParOf" srcId="{81E086D1-569C-4FDB-AA23-699C98C488AF}" destId="{629842AB-0EDE-4EAE-98E6-12067DA034CB}" srcOrd="2" destOrd="0" presId="urn:microsoft.com/office/officeart/2018/5/layout/IconCircleLabelList"/>
    <dgm:cxn modelId="{D3D063E1-D1C3-4A35-A53B-D60FC1A95DD1}" type="presParOf" srcId="{81E086D1-569C-4FDB-AA23-699C98C488AF}" destId="{2B12795D-A140-4C7B-97DD-4718AC02D26F}" srcOrd="3" destOrd="0" presId="urn:microsoft.com/office/officeart/2018/5/layout/IconCircleLabelList"/>
    <dgm:cxn modelId="{8DEEFE90-3E84-4F31-8BA8-AC7F1F865FAF}" type="presParOf" srcId="{F8AEE3C7-5544-43C4-85A3-A3208F360907}" destId="{DD20B4C9-2873-4051-88A8-204ED715E642}" srcOrd="1" destOrd="0" presId="urn:microsoft.com/office/officeart/2018/5/layout/IconCircleLabelList"/>
    <dgm:cxn modelId="{9D5DF1A9-2B9C-45EC-A9DB-3F5D9B0EB3D8}" type="presParOf" srcId="{F8AEE3C7-5544-43C4-85A3-A3208F360907}" destId="{FAD63454-6021-41ED-8E3C-244F4FD5F464}" srcOrd="2" destOrd="0" presId="urn:microsoft.com/office/officeart/2018/5/layout/IconCircleLabelList"/>
    <dgm:cxn modelId="{29D601EB-4CA6-4D30-8B52-080E593F81C9}" type="presParOf" srcId="{FAD63454-6021-41ED-8E3C-244F4FD5F464}" destId="{EC8709A6-70BD-491A-BC5B-AC747BBB476B}" srcOrd="0" destOrd="0" presId="urn:microsoft.com/office/officeart/2018/5/layout/IconCircleLabelList"/>
    <dgm:cxn modelId="{48AB5B01-259D-4789-B91F-729B8786CFE4}" type="presParOf" srcId="{FAD63454-6021-41ED-8E3C-244F4FD5F464}" destId="{492F865D-075F-400A-B0D9-9EF5BD48919D}" srcOrd="1" destOrd="0" presId="urn:microsoft.com/office/officeart/2018/5/layout/IconCircleLabelList"/>
    <dgm:cxn modelId="{0C870959-3623-412F-9CE3-8DF914EE167B}" type="presParOf" srcId="{FAD63454-6021-41ED-8E3C-244F4FD5F464}" destId="{DFEABAC8-D150-4833-ADAC-ADEE8AC947E0}" srcOrd="2" destOrd="0" presId="urn:microsoft.com/office/officeart/2018/5/layout/IconCircleLabelList"/>
    <dgm:cxn modelId="{6AD01DA1-3BED-4C99-A98E-3FBDD0622921}" type="presParOf" srcId="{FAD63454-6021-41ED-8E3C-244F4FD5F464}" destId="{14AC8166-3802-43CA-A858-F1F774EA913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55B8C5-1AA6-4532-B530-F1EA8A7B201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BA61AAE-9996-4FBA-B489-1A7500EEB1B1}">
      <dgm:prSet/>
      <dgm:spPr/>
      <dgm:t>
        <a:bodyPr/>
        <a:lstStyle/>
        <a:p>
          <a:pPr>
            <a:defRPr cap="all"/>
          </a:pPr>
          <a:r>
            <a:rPr lang="en-US"/>
            <a:t>Why Cloud Computing?</a:t>
          </a:r>
        </a:p>
      </dgm:t>
    </dgm:pt>
    <dgm:pt modelId="{67D73EC8-2949-4972-A5AE-BE8FB8DAB88A}" type="parTrans" cxnId="{8AF71CEC-E3FA-46E3-BA71-3B427657CAED}">
      <dgm:prSet/>
      <dgm:spPr/>
      <dgm:t>
        <a:bodyPr/>
        <a:lstStyle/>
        <a:p>
          <a:endParaRPr lang="en-US"/>
        </a:p>
      </dgm:t>
    </dgm:pt>
    <dgm:pt modelId="{0A5070B3-ECD3-42C6-B1D8-A85268757027}" type="sibTrans" cxnId="{8AF71CEC-E3FA-46E3-BA71-3B427657CAED}">
      <dgm:prSet/>
      <dgm:spPr/>
      <dgm:t>
        <a:bodyPr/>
        <a:lstStyle/>
        <a:p>
          <a:endParaRPr lang="en-US"/>
        </a:p>
      </dgm:t>
    </dgm:pt>
    <dgm:pt modelId="{E168EA8F-1C6A-40DC-B3CD-3015418BDD51}">
      <dgm:prSet/>
      <dgm:spPr/>
      <dgm:t>
        <a:bodyPr/>
        <a:lstStyle/>
        <a:p>
          <a:pPr>
            <a:defRPr cap="all"/>
          </a:pPr>
          <a:r>
            <a:rPr lang="en-US"/>
            <a:t>What is Cloud Computing?</a:t>
          </a:r>
        </a:p>
      </dgm:t>
    </dgm:pt>
    <dgm:pt modelId="{A769081E-E87D-40CE-8D8F-DEF4D450D1E3}" type="parTrans" cxnId="{3DA34223-0EC2-489B-B859-9145E1468C61}">
      <dgm:prSet/>
      <dgm:spPr/>
      <dgm:t>
        <a:bodyPr/>
        <a:lstStyle/>
        <a:p>
          <a:endParaRPr lang="en-US"/>
        </a:p>
      </dgm:t>
    </dgm:pt>
    <dgm:pt modelId="{9FB320FA-2B70-4228-BD87-CD2BDCB744E5}" type="sibTrans" cxnId="{3DA34223-0EC2-489B-B859-9145E1468C61}">
      <dgm:prSet/>
      <dgm:spPr/>
      <dgm:t>
        <a:bodyPr/>
        <a:lstStyle/>
        <a:p>
          <a:endParaRPr lang="en-US"/>
        </a:p>
      </dgm:t>
    </dgm:pt>
    <dgm:pt modelId="{27A9BF83-DCD5-4ECE-A205-0CD81ABE2A8B}">
      <dgm:prSet/>
      <dgm:spPr/>
      <dgm:t>
        <a:bodyPr/>
        <a:lstStyle/>
        <a:p>
          <a:pPr>
            <a:defRPr cap="all"/>
          </a:pPr>
          <a:r>
            <a:rPr lang="en-US"/>
            <a:t>Five Key Cloud Characteristics</a:t>
          </a:r>
        </a:p>
      </dgm:t>
    </dgm:pt>
    <dgm:pt modelId="{471CE522-E154-45F3-A923-173B23709AC5}" type="parTrans" cxnId="{4696A029-5252-47BB-902C-4FC0AD0929E1}">
      <dgm:prSet/>
      <dgm:spPr/>
      <dgm:t>
        <a:bodyPr/>
        <a:lstStyle/>
        <a:p>
          <a:endParaRPr lang="en-US"/>
        </a:p>
      </dgm:t>
    </dgm:pt>
    <dgm:pt modelId="{48676430-79AE-4DA5-AED8-8D3504E65A94}" type="sibTrans" cxnId="{4696A029-5252-47BB-902C-4FC0AD0929E1}">
      <dgm:prSet/>
      <dgm:spPr/>
      <dgm:t>
        <a:bodyPr/>
        <a:lstStyle/>
        <a:p>
          <a:endParaRPr lang="en-US"/>
        </a:p>
      </dgm:t>
    </dgm:pt>
    <dgm:pt modelId="{C36B32F4-A952-4465-8CF4-859396A6D73E}">
      <dgm:prSet/>
      <dgm:spPr/>
      <dgm:t>
        <a:bodyPr/>
        <a:lstStyle/>
        <a:p>
          <a:pPr>
            <a:defRPr cap="all"/>
          </a:pPr>
          <a:r>
            <a:rPr lang="en-US"/>
            <a:t>Deployment Models</a:t>
          </a:r>
        </a:p>
      </dgm:t>
    </dgm:pt>
    <dgm:pt modelId="{246E95AB-26D0-4314-87EB-A16E2F407078}" type="parTrans" cxnId="{758F3343-6F1D-4BD0-B6E3-3BB466D15FAD}">
      <dgm:prSet/>
      <dgm:spPr/>
      <dgm:t>
        <a:bodyPr/>
        <a:lstStyle/>
        <a:p>
          <a:endParaRPr lang="en-US"/>
        </a:p>
      </dgm:t>
    </dgm:pt>
    <dgm:pt modelId="{31270140-1CD0-44F2-B3F0-BEE0ADCA442C}" type="sibTrans" cxnId="{758F3343-6F1D-4BD0-B6E3-3BB466D15FAD}">
      <dgm:prSet/>
      <dgm:spPr/>
      <dgm:t>
        <a:bodyPr/>
        <a:lstStyle/>
        <a:p>
          <a:endParaRPr lang="en-US"/>
        </a:p>
      </dgm:t>
    </dgm:pt>
    <dgm:pt modelId="{E82B32F3-CE5E-439D-B520-C97B1ECE04A2}">
      <dgm:prSet/>
      <dgm:spPr/>
      <dgm:t>
        <a:bodyPr/>
        <a:lstStyle/>
        <a:p>
          <a:pPr>
            <a:defRPr cap="all"/>
          </a:pPr>
          <a:r>
            <a:rPr lang="en-US"/>
            <a:t>Service Models</a:t>
          </a:r>
        </a:p>
      </dgm:t>
    </dgm:pt>
    <dgm:pt modelId="{40C04513-A39E-428A-845B-DE1828599F73}" type="parTrans" cxnId="{AFDB0435-E89B-45F3-BB69-C1C6A8A0E210}">
      <dgm:prSet/>
      <dgm:spPr/>
      <dgm:t>
        <a:bodyPr/>
        <a:lstStyle/>
        <a:p>
          <a:endParaRPr lang="en-US"/>
        </a:p>
      </dgm:t>
    </dgm:pt>
    <dgm:pt modelId="{F47E081E-E909-4561-A8E5-531E76B586E5}" type="sibTrans" cxnId="{AFDB0435-E89B-45F3-BB69-C1C6A8A0E210}">
      <dgm:prSet/>
      <dgm:spPr/>
      <dgm:t>
        <a:bodyPr/>
        <a:lstStyle/>
        <a:p>
          <a:endParaRPr lang="en-US"/>
        </a:p>
      </dgm:t>
    </dgm:pt>
    <dgm:pt modelId="{9E21B7EA-5F00-454B-85CC-3F39933DF204}" type="pres">
      <dgm:prSet presAssocID="{2055B8C5-1AA6-4532-B530-F1EA8A7B2016}" presName="root" presStyleCnt="0">
        <dgm:presLayoutVars>
          <dgm:dir/>
          <dgm:resizeHandles val="exact"/>
        </dgm:presLayoutVars>
      </dgm:prSet>
      <dgm:spPr/>
    </dgm:pt>
    <dgm:pt modelId="{8BDB6D22-B2E5-4441-9FEE-E8A4A1FEB1B2}" type="pres">
      <dgm:prSet presAssocID="{2BA61AAE-9996-4FBA-B489-1A7500EEB1B1}" presName="compNode" presStyleCnt="0"/>
      <dgm:spPr/>
    </dgm:pt>
    <dgm:pt modelId="{1F4EC62A-2E7F-45BF-8C1B-BF86D2FF981C}" type="pres">
      <dgm:prSet presAssocID="{2BA61AAE-9996-4FBA-B489-1A7500EEB1B1}" presName="iconBgRect" presStyleLbl="bgShp" presStyleIdx="0" presStyleCnt="5"/>
      <dgm:spPr/>
    </dgm:pt>
    <dgm:pt modelId="{1BCD94D7-2EEE-4B00-BAAF-69D4E58F34EB}" type="pres">
      <dgm:prSet presAssocID="{2BA61AAE-9996-4FBA-B489-1A7500EEB1B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B249363B-07AE-40F0-963B-9E7E7C1A49A7}" type="pres">
      <dgm:prSet presAssocID="{2BA61AAE-9996-4FBA-B489-1A7500EEB1B1}" presName="spaceRect" presStyleCnt="0"/>
      <dgm:spPr/>
    </dgm:pt>
    <dgm:pt modelId="{ED638A8A-B82C-4234-B819-D3D35F22B03F}" type="pres">
      <dgm:prSet presAssocID="{2BA61AAE-9996-4FBA-B489-1A7500EEB1B1}" presName="textRect" presStyleLbl="revTx" presStyleIdx="0" presStyleCnt="5">
        <dgm:presLayoutVars>
          <dgm:chMax val="1"/>
          <dgm:chPref val="1"/>
        </dgm:presLayoutVars>
      </dgm:prSet>
      <dgm:spPr/>
    </dgm:pt>
    <dgm:pt modelId="{04E50C1E-EAA7-450B-BF31-800E914D160C}" type="pres">
      <dgm:prSet presAssocID="{0A5070B3-ECD3-42C6-B1D8-A85268757027}" presName="sibTrans" presStyleCnt="0"/>
      <dgm:spPr/>
    </dgm:pt>
    <dgm:pt modelId="{DB90072A-6445-4565-9E31-DC8BF4DF7B9F}" type="pres">
      <dgm:prSet presAssocID="{E168EA8F-1C6A-40DC-B3CD-3015418BDD51}" presName="compNode" presStyleCnt="0"/>
      <dgm:spPr/>
    </dgm:pt>
    <dgm:pt modelId="{0CEBCB32-7160-4A5F-A011-4D1BAF074A06}" type="pres">
      <dgm:prSet presAssocID="{E168EA8F-1C6A-40DC-B3CD-3015418BDD51}" presName="iconBgRect" presStyleLbl="bgShp" presStyleIdx="1" presStyleCnt="5"/>
      <dgm:spPr/>
    </dgm:pt>
    <dgm:pt modelId="{F68A9B2D-FB09-429C-A11D-24B6D589AAC0}" type="pres">
      <dgm:prSet presAssocID="{E168EA8F-1C6A-40DC-B3CD-3015418BDD5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554DB926-4509-40CF-BA15-2BF96DDB3958}" type="pres">
      <dgm:prSet presAssocID="{E168EA8F-1C6A-40DC-B3CD-3015418BDD51}" presName="spaceRect" presStyleCnt="0"/>
      <dgm:spPr/>
    </dgm:pt>
    <dgm:pt modelId="{49B17366-5CB4-4013-879E-60050092ACEC}" type="pres">
      <dgm:prSet presAssocID="{E168EA8F-1C6A-40DC-B3CD-3015418BDD51}" presName="textRect" presStyleLbl="revTx" presStyleIdx="1" presStyleCnt="5">
        <dgm:presLayoutVars>
          <dgm:chMax val="1"/>
          <dgm:chPref val="1"/>
        </dgm:presLayoutVars>
      </dgm:prSet>
      <dgm:spPr/>
    </dgm:pt>
    <dgm:pt modelId="{76C513A1-EFCD-4012-A1AF-1B3D94C6F522}" type="pres">
      <dgm:prSet presAssocID="{9FB320FA-2B70-4228-BD87-CD2BDCB744E5}" presName="sibTrans" presStyleCnt="0"/>
      <dgm:spPr/>
    </dgm:pt>
    <dgm:pt modelId="{E8772D5E-76A3-41B2-882E-DB503CF5ED0D}" type="pres">
      <dgm:prSet presAssocID="{27A9BF83-DCD5-4ECE-A205-0CD81ABE2A8B}" presName="compNode" presStyleCnt="0"/>
      <dgm:spPr/>
    </dgm:pt>
    <dgm:pt modelId="{8A24E89E-9923-4F00-827F-6149B26BA113}" type="pres">
      <dgm:prSet presAssocID="{27A9BF83-DCD5-4ECE-A205-0CD81ABE2A8B}" presName="iconBgRect" presStyleLbl="bgShp" presStyleIdx="2" presStyleCnt="5"/>
      <dgm:spPr/>
    </dgm:pt>
    <dgm:pt modelId="{FE86CD02-ABDF-4A65-8E41-A5996E055BBD}" type="pres">
      <dgm:prSet presAssocID="{27A9BF83-DCD5-4ECE-A205-0CD81ABE2A8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 from cloud"/>
        </a:ext>
      </dgm:extLst>
    </dgm:pt>
    <dgm:pt modelId="{A0F146CA-4EB3-4EF0-8145-0B8C651F1695}" type="pres">
      <dgm:prSet presAssocID="{27A9BF83-DCD5-4ECE-A205-0CD81ABE2A8B}" presName="spaceRect" presStyleCnt="0"/>
      <dgm:spPr/>
    </dgm:pt>
    <dgm:pt modelId="{809EA6AB-1DD3-4F6B-9FFC-A48603F35C6D}" type="pres">
      <dgm:prSet presAssocID="{27A9BF83-DCD5-4ECE-A205-0CD81ABE2A8B}" presName="textRect" presStyleLbl="revTx" presStyleIdx="2" presStyleCnt="5">
        <dgm:presLayoutVars>
          <dgm:chMax val="1"/>
          <dgm:chPref val="1"/>
        </dgm:presLayoutVars>
      </dgm:prSet>
      <dgm:spPr/>
    </dgm:pt>
    <dgm:pt modelId="{47E59580-B79B-42BA-9D78-E5203D31AEA8}" type="pres">
      <dgm:prSet presAssocID="{48676430-79AE-4DA5-AED8-8D3504E65A94}" presName="sibTrans" presStyleCnt="0"/>
      <dgm:spPr/>
    </dgm:pt>
    <dgm:pt modelId="{C68D6CC8-CA90-4880-802A-F64703E27B25}" type="pres">
      <dgm:prSet presAssocID="{C36B32F4-A952-4465-8CF4-859396A6D73E}" presName="compNode" presStyleCnt="0"/>
      <dgm:spPr/>
    </dgm:pt>
    <dgm:pt modelId="{81CB1C08-1120-4434-AB4D-B51835F1F9A6}" type="pres">
      <dgm:prSet presAssocID="{C36B32F4-A952-4465-8CF4-859396A6D73E}" presName="iconBgRect" presStyleLbl="bgShp" presStyleIdx="3" presStyleCnt="5"/>
      <dgm:spPr/>
    </dgm:pt>
    <dgm:pt modelId="{F43D97AB-A361-4346-9AB4-24D18600B0D0}" type="pres">
      <dgm:prSet presAssocID="{C36B32F4-A952-4465-8CF4-859396A6D73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F468D3E-0729-49EB-93C2-53421B9DE8D4}" type="pres">
      <dgm:prSet presAssocID="{C36B32F4-A952-4465-8CF4-859396A6D73E}" presName="spaceRect" presStyleCnt="0"/>
      <dgm:spPr/>
    </dgm:pt>
    <dgm:pt modelId="{73B0DE5E-A559-465F-9FE1-97036CB62C25}" type="pres">
      <dgm:prSet presAssocID="{C36B32F4-A952-4465-8CF4-859396A6D73E}" presName="textRect" presStyleLbl="revTx" presStyleIdx="3" presStyleCnt="5">
        <dgm:presLayoutVars>
          <dgm:chMax val="1"/>
          <dgm:chPref val="1"/>
        </dgm:presLayoutVars>
      </dgm:prSet>
      <dgm:spPr/>
    </dgm:pt>
    <dgm:pt modelId="{9F98CFEC-8692-4E09-B51E-D8A7CE620A64}" type="pres">
      <dgm:prSet presAssocID="{31270140-1CD0-44F2-B3F0-BEE0ADCA442C}" presName="sibTrans" presStyleCnt="0"/>
      <dgm:spPr/>
    </dgm:pt>
    <dgm:pt modelId="{5BB37153-6CB5-405D-B8C0-F7662682F223}" type="pres">
      <dgm:prSet presAssocID="{E82B32F3-CE5E-439D-B520-C97B1ECE04A2}" presName="compNode" presStyleCnt="0"/>
      <dgm:spPr/>
    </dgm:pt>
    <dgm:pt modelId="{BCB07423-0343-4B75-A798-FED67DB7FD53}" type="pres">
      <dgm:prSet presAssocID="{E82B32F3-CE5E-439D-B520-C97B1ECE04A2}" presName="iconBgRect" presStyleLbl="bgShp" presStyleIdx="4" presStyleCnt="5"/>
      <dgm:spPr/>
    </dgm:pt>
    <dgm:pt modelId="{57660F18-AC3C-485E-94E9-0FA44811F060}" type="pres">
      <dgm:prSet presAssocID="{E82B32F3-CE5E-439D-B520-C97B1ECE04A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FE8B8D0-2F16-4645-A6F2-7ED408B8809D}" type="pres">
      <dgm:prSet presAssocID="{E82B32F3-CE5E-439D-B520-C97B1ECE04A2}" presName="spaceRect" presStyleCnt="0"/>
      <dgm:spPr/>
    </dgm:pt>
    <dgm:pt modelId="{BBA0A955-905B-4931-9865-4FF74AD47EBD}" type="pres">
      <dgm:prSet presAssocID="{E82B32F3-CE5E-439D-B520-C97B1ECE04A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F735F14-184F-4C63-B5EC-EA06322FD410}" type="presOf" srcId="{E168EA8F-1C6A-40DC-B3CD-3015418BDD51}" destId="{49B17366-5CB4-4013-879E-60050092ACEC}" srcOrd="0" destOrd="0" presId="urn:microsoft.com/office/officeart/2018/5/layout/IconCircleLabelList"/>
    <dgm:cxn modelId="{3DA34223-0EC2-489B-B859-9145E1468C61}" srcId="{2055B8C5-1AA6-4532-B530-F1EA8A7B2016}" destId="{E168EA8F-1C6A-40DC-B3CD-3015418BDD51}" srcOrd="1" destOrd="0" parTransId="{A769081E-E87D-40CE-8D8F-DEF4D450D1E3}" sibTransId="{9FB320FA-2B70-4228-BD87-CD2BDCB744E5}"/>
    <dgm:cxn modelId="{138E7223-886A-4EC8-8129-54AFFBA54428}" type="presOf" srcId="{C36B32F4-A952-4465-8CF4-859396A6D73E}" destId="{73B0DE5E-A559-465F-9FE1-97036CB62C25}" srcOrd="0" destOrd="0" presId="urn:microsoft.com/office/officeart/2018/5/layout/IconCircleLabelList"/>
    <dgm:cxn modelId="{4696A029-5252-47BB-902C-4FC0AD0929E1}" srcId="{2055B8C5-1AA6-4532-B530-F1EA8A7B2016}" destId="{27A9BF83-DCD5-4ECE-A205-0CD81ABE2A8B}" srcOrd="2" destOrd="0" parTransId="{471CE522-E154-45F3-A923-173B23709AC5}" sibTransId="{48676430-79AE-4DA5-AED8-8D3504E65A94}"/>
    <dgm:cxn modelId="{AFDB0435-E89B-45F3-BB69-C1C6A8A0E210}" srcId="{2055B8C5-1AA6-4532-B530-F1EA8A7B2016}" destId="{E82B32F3-CE5E-439D-B520-C97B1ECE04A2}" srcOrd="4" destOrd="0" parTransId="{40C04513-A39E-428A-845B-DE1828599F73}" sibTransId="{F47E081E-E909-4561-A8E5-531E76B586E5}"/>
    <dgm:cxn modelId="{3B841237-93E8-4476-923A-47FE040CD603}" type="presOf" srcId="{E82B32F3-CE5E-439D-B520-C97B1ECE04A2}" destId="{BBA0A955-905B-4931-9865-4FF74AD47EBD}" srcOrd="0" destOrd="0" presId="urn:microsoft.com/office/officeart/2018/5/layout/IconCircleLabelList"/>
    <dgm:cxn modelId="{758F3343-6F1D-4BD0-B6E3-3BB466D15FAD}" srcId="{2055B8C5-1AA6-4532-B530-F1EA8A7B2016}" destId="{C36B32F4-A952-4465-8CF4-859396A6D73E}" srcOrd="3" destOrd="0" parTransId="{246E95AB-26D0-4314-87EB-A16E2F407078}" sibTransId="{31270140-1CD0-44F2-B3F0-BEE0ADCA442C}"/>
    <dgm:cxn modelId="{9D91D348-399B-49FA-8F34-B72A35DB1D89}" type="presOf" srcId="{2055B8C5-1AA6-4532-B530-F1EA8A7B2016}" destId="{9E21B7EA-5F00-454B-85CC-3F39933DF204}" srcOrd="0" destOrd="0" presId="urn:microsoft.com/office/officeart/2018/5/layout/IconCircleLabelList"/>
    <dgm:cxn modelId="{253DD2A6-C0AA-46BD-9CAF-70F987E45340}" type="presOf" srcId="{2BA61AAE-9996-4FBA-B489-1A7500EEB1B1}" destId="{ED638A8A-B82C-4234-B819-D3D35F22B03F}" srcOrd="0" destOrd="0" presId="urn:microsoft.com/office/officeart/2018/5/layout/IconCircleLabelList"/>
    <dgm:cxn modelId="{B7F7A6C2-4323-45CE-B089-13C865F49634}" type="presOf" srcId="{27A9BF83-DCD5-4ECE-A205-0CD81ABE2A8B}" destId="{809EA6AB-1DD3-4F6B-9FFC-A48603F35C6D}" srcOrd="0" destOrd="0" presId="urn:microsoft.com/office/officeart/2018/5/layout/IconCircleLabelList"/>
    <dgm:cxn modelId="{8AF71CEC-E3FA-46E3-BA71-3B427657CAED}" srcId="{2055B8C5-1AA6-4532-B530-F1EA8A7B2016}" destId="{2BA61AAE-9996-4FBA-B489-1A7500EEB1B1}" srcOrd="0" destOrd="0" parTransId="{67D73EC8-2949-4972-A5AE-BE8FB8DAB88A}" sibTransId="{0A5070B3-ECD3-42C6-B1D8-A85268757027}"/>
    <dgm:cxn modelId="{D3B4EB74-C438-4F95-BCA6-DE8F72E42589}" type="presParOf" srcId="{9E21B7EA-5F00-454B-85CC-3F39933DF204}" destId="{8BDB6D22-B2E5-4441-9FEE-E8A4A1FEB1B2}" srcOrd="0" destOrd="0" presId="urn:microsoft.com/office/officeart/2018/5/layout/IconCircleLabelList"/>
    <dgm:cxn modelId="{06849AC8-95F1-4A05-8749-54D766936DC4}" type="presParOf" srcId="{8BDB6D22-B2E5-4441-9FEE-E8A4A1FEB1B2}" destId="{1F4EC62A-2E7F-45BF-8C1B-BF86D2FF981C}" srcOrd="0" destOrd="0" presId="urn:microsoft.com/office/officeart/2018/5/layout/IconCircleLabelList"/>
    <dgm:cxn modelId="{6E7542BA-2663-473B-8408-291C0942E62D}" type="presParOf" srcId="{8BDB6D22-B2E5-4441-9FEE-E8A4A1FEB1B2}" destId="{1BCD94D7-2EEE-4B00-BAAF-69D4E58F34EB}" srcOrd="1" destOrd="0" presId="urn:microsoft.com/office/officeart/2018/5/layout/IconCircleLabelList"/>
    <dgm:cxn modelId="{31D40AEA-8290-46F7-8B11-62A52230708B}" type="presParOf" srcId="{8BDB6D22-B2E5-4441-9FEE-E8A4A1FEB1B2}" destId="{B249363B-07AE-40F0-963B-9E7E7C1A49A7}" srcOrd="2" destOrd="0" presId="urn:microsoft.com/office/officeart/2018/5/layout/IconCircleLabelList"/>
    <dgm:cxn modelId="{C0047B99-8096-463B-AA28-D1333640CB74}" type="presParOf" srcId="{8BDB6D22-B2E5-4441-9FEE-E8A4A1FEB1B2}" destId="{ED638A8A-B82C-4234-B819-D3D35F22B03F}" srcOrd="3" destOrd="0" presId="urn:microsoft.com/office/officeart/2018/5/layout/IconCircleLabelList"/>
    <dgm:cxn modelId="{BFA6813A-CE1C-40EA-A76C-BEE17E70719E}" type="presParOf" srcId="{9E21B7EA-5F00-454B-85CC-3F39933DF204}" destId="{04E50C1E-EAA7-450B-BF31-800E914D160C}" srcOrd="1" destOrd="0" presId="urn:microsoft.com/office/officeart/2018/5/layout/IconCircleLabelList"/>
    <dgm:cxn modelId="{40A5CEEC-9F79-4B5C-AD65-04F411C99F10}" type="presParOf" srcId="{9E21B7EA-5F00-454B-85CC-3F39933DF204}" destId="{DB90072A-6445-4565-9E31-DC8BF4DF7B9F}" srcOrd="2" destOrd="0" presId="urn:microsoft.com/office/officeart/2018/5/layout/IconCircleLabelList"/>
    <dgm:cxn modelId="{8AC7D7C0-2D96-4173-A6C8-9630A4B8C96A}" type="presParOf" srcId="{DB90072A-6445-4565-9E31-DC8BF4DF7B9F}" destId="{0CEBCB32-7160-4A5F-A011-4D1BAF074A06}" srcOrd="0" destOrd="0" presId="urn:microsoft.com/office/officeart/2018/5/layout/IconCircleLabelList"/>
    <dgm:cxn modelId="{36EADBF8-A26A-4272-9758-8C91145E050B}" type="presParOf" srcId="{DB90072A-6445-4565-9E31-DC8BF4DF7B9F}" destId="{F68A9B2D-FB09-429C-A11D-24B6D589AAC0}" srcOrd="1" destOrd="0" presId="urn:microsoft.com/office/officeart/2018/5/layout/IconCircleLabelList"/>
    <dgm:cxn modelId="{E940D549-DABC-44DF-8818-51D241C008AA}" type="presParOf" srcId="{DB90072A-6445-4565-9E31-DC8BF4DF7B9F}" destId="{554DB926-4509-40CF-BA15-2BF96DDB3958}" srcOrd="2" destOrd="0" presId="urn:microsoft.com/office/officeart/2018/5/layout/IconCircleLabelList"/>
    <dgm:cxn modelId="{34968425-50EC-473D-AD8D-5D42BFE9B19E}" type="presParOf" srcId="{DB90072A-6445-4565-9E31-DC8BF4DF7B9F}" destId="{49B17366-5CB4-4013-879E-60050092ACEC}" srcOrd="3" destOrd="0" presId="urn:microsoft.com/office/officeart/2018/5/layout/IconCircleLabelList"/>
    <dgm:cxn modelId="{955AA53D-A90E-4B51-BFE1-5E4C3295AB21}" type="presParOf" srcId="{9E21B7EA-5F00-454B-85CC-3F39933DF204}" destId="{76C513A1-EFCD-4012-A1AF-1B3D94C6F522}" srcOrd="3" destOrd="0" presId="urn:microsoft.com/office/officeart/2018/5/layout/IconCircleLabelList"/>
    <dgm:cxn modelId="{9EEB80B6-14BC-45E2-B8E5-0C6479F77307}" type="presParOf" srcId="{9E21B7EA-5F00-454B-85CC-3F39933DF204}" destId="{E8772D5E-76A3-41B2-882E-DB503CF5ED0D}" srcOrd="4" destOrd="0" presId="urn:microsoft.com/office/officeart/2018/5/layout/IconCircleLabelList"/>
    <dgm:cxn modelId="{ABD7543D-1CD0-43F7-BEFB-A7039FDBCDA1}" type="presParOf" srcId="{E8772D5E-76A3-41B2-882E-DB503CF5ED0D}" destId="{8A24E89E-9923-4F00-827F-6149B26BA113}" srcOrd="0" destOrd="0" presId="urn:microsoft.com/office/officeart/2018/5/layout/IconCircleLabelList"/>
    <dgm:cxn modelId="{BEE57264-DD34-4A96-833C-63C8A66E23FC}" type="presParOf" srcId="{E8772D5E-76A3-41B2-882E-DB503CF5ED0D}" destId="{FE86CD02-ABDF-4A65-8E41-A5996E055BBD}" srcOrd="1" destOrd="0" presId="urn:microsoft.com/office/officeart/2018/5/layout/IconCircleLabelList"/>
    <dgm:cxn modelId="{C57C6640-BB7A-48E0-82C6-836230AC0191}" type="presParOf" srcId="{E8772D5E-76A3-41B2-882E-DB503CF5ED0D}" destId="{A0F146CA-4EB3-4EF0-8145-0B8C651F1695}" srcOrd="2" destOrd="0" presId="urn:microsoft.com/office/officeart/2018/5/layout/IconCircleLabelList"/>
    <dgm:cxn modelId="{C7F83FF0-0CAE-4C59-A971-AFF13D4E84A7}" type="presParOf" srcId="{E8772D5E-76A3-41B2-882E-DB503CF5ED0D}" destId="{809EA6AB-1DD3-4F6B-9FFC-A48603F35C6D}" srcOrd="3" destOrd="0" presId="urn:microsoft.com/office/officeart/2018/5/layout/IconCircleLabelList"/>
    <dgm:cxn modelId="{C8119D60-E444-42C4-BDBB-9DF30D28003B}" type="presParOf" srcId="{9E21B7EA-5F00-454B-85CC-3F39933DF204}" destId="{47E59580-B79B-42BA-9D78-E5203D31AEA8}" srcOrd="5" destOrd="0" presId="urn:microsoft.com/office/officeart/2018/5/layout/IconCircleLabelList"/>
    <dgm:cxn modelId="{C600EF47-C9DD-491E-BFA3-45A9B1830676}" type="presParOf" srcId="{9E21B7EA-5F00-454B-85CC-3F39933DF204}" destId="{C68D6CC8-CA90-4880-802A-F64703E27B25}" srcOrd="6" destOrd="0" presId="urn:microsoft.com/office/officeart/2018/5/layout/IconCircleLabelList"/>
    <dgm:cxn modelId="{60A0400F-43AA-4AC6-90AD-896D920B415F}" type="presParOf" srcId="{C68D6CC8-CA90-4880-802A-F64703E27B25}" destId="{81CB1C08-1120-4434-AB4D-B51835F1F9A6}" srcOrd="0" destOrd="0" presId="urn:microsoft.com/office/officeart/2018/5/layout/IconCircleLabelList"/>
    <dgm:cxn modelId="{AE051E9E-E54C-480C-9C89-33A41ED9639C}" type="presParOf" srcId="{C68D6CC8-CA90-4880-802A-F64703E27B25}" destId="{F43D97AB-A361-4346-9AB4-24D18600B0D0}" srcOrd="1" destOrd="0" presId="urn:microsoft.com/office/officeart/2018/5/layout/IconCircleLabelList"/>
    <dgm:cxn modelId="{B7CA6173-F107-45DF-9A66-D8201AFD2A08}" type="presParOf" srcId="{C68D6CC8-CA90-4880-802A-F64703E27B25}" destId="{EF468D3E-0729-49EB-93C2-53421B9DE8D4}" srcOrd="2" destOrd="0" presId="urn:microsoft.com/office/officeart/2018/5/layout/IconCircleLabelList"/>
    <dgm:cxn modelId="{8B6987E2-1382-41F8-A046-939845133D65}" type="presParOf" srcId="{C68D6CC8-CA90-4880-802A-F64703E27B25}" destId="{73B0DE5E-A559-465F-9FE1-97036CB62C25}" srcOrd="3" destOrd="0" presId="urn:microsoft.com/office/officeart/2018/5/layout/IconCircleLabelList"/>
    <dgm:cxn modelId="{6E427E39-64C5-407A-9057-D99CC6C52989}" type="presParOf" srcId="{9E21B7EA-5F00-454B-85CC-3F39933DF204}" destId="{9F98CFEC-8692-4E09-B51E-D8A7CE620A64}" srcOrd="7" destOrd="0" presId="urn:microsoft.com/office/officeart/2018/5/layout/IconCircleLabelList"/>
    <dgm:cxn modelId="{FB39D30E-EA3D-4540-A89D-DC9A12062389}" type="presParOf" srcId="{9E21B7EA-5F00-454B-85CC-3F39933DF204}" destId="{5BB37153-6CB5-405D-B8C0-F7662682F223}" srcOrd="8" destOrd="0" presId="urn:microsoft.com/office/officeart/2018/5/layout/IconCircleLabelList"/>
    <dgm:cxn modelId="{8B24F3E5-B7DB-4DA6-BA15-097D30E1D7BE}" type="presParOf" srcId="{5BB37153-6CB5-405D-B8C0-F7662682F223}" destId="{BCB07423-0343-4B75-A798-FED67DB7FD53}" srcOrd="0" destOrd="0" presId="urn:microsoft.com/office/officeart/2018/5/layout/IconCircleLabelList"/>
    <dgm:cxn modelId="{0481ED92-D933-47F0-8349-1E9F8B7D2B46}" type="presParOf" srcId="{5BB37153-6CB5-405D-B8C0-F7662682F223}" destId="{57660F18-AC3C-485E-94E9-0FA44811F060}" srcOrd="1" destOrd="0" presId="urn:microsoft.com/office/officeart/2018/5/layout/IconCircleLabelList"/>
    <dgm:cxn modelId="{8575C2D8-A1C9-4324-8C5D-B706F5A3481E}" type="presParOf" srcId="{5BB37153-6CB5-405D-B8C0-F7662682F223}" destId="{2FE8B8D0-2F16-4645-A6F2-7ED408B8809D}" srcOrd="2" destOrd="0" presId="urn:microsoft.com/office/officeart/2018/5/layout/IconCircleLabelList"/>
    <dgm:cxn modelId="{7CA9BC45-14CE-4BFE-AE11-FE2C2926835C}" type="presParOf" srcId="{5BB37153-6CB5-405D-B8C0-F7662682F223}" destId="{BBA0A955-905B-4931-9865-4FF74AD47EB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AF4BE4-CCB5-44BB-9FDE-71EC25E40074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BB700AE-CF3A-4E9B-957C-862259DD5A80}">
      <dgm:prSet/>
      <dgm:spPr/>
      <dgm:t>
        <a:bodyPr/>
        <a:lstStyle/>
        <a:p>
          <a:r>
            <a:rPr lang="en-US"/>
            <a:t>What is Pricing of Cloud Providers</a:t>
          </a:r>
        </a:p>
      </dgm:t>
    </dgm:pt>
    <dgm:pt modelId="{361C5659-4E11-4CA6-9F13-E08CE6158A5C}" type="parTrans" cxnId="{830A15FA-7A01-42CF-A68C-4B65CF58833E}">
      <dgm:prSet/>
      <dgm:spPr/>
      <dgm:t>
        <a:bodyPr/>
        <a:lstStyle/>
        <a:p>
          <a:endParaRPr lang="en-US"/>
        </a:p>
      </dgm:t>
    </dgm:pt>
    <dgm:pt modelId="{36935A1E-F32D-4E3B-9497-06B77F004C15}" type="sibTrans" cxnId="{830A15FA-7A01-42CF-A68C-4B65CF58833E}">
      <dgm:prSet/>
      <dgm:spPr/>
      <dgm:t>
        <a:bodyPr/>
        <a:lstStyle/>
        <a:p>
          <a:endParaRPr lang="en-US"/>
        </a:p>
      </dgm:t>
    </dgm:pt>
    <dgm:pt modelId="{2867DD60-5ECD-4588-BCA1-24719EB74961}">
      <dgm:prSet/>
      <dgm:spPr/>
      <dgm:t>
        <a:bodyPr/>
        <a:lstStyle/>
        <a:p>
          <a:r>
            <a:rPr lang="en-US"/>
            <a:t>Shifting from own PC to Cloud Services</a:t>
          </a:r>
        </a:p>
      </dgm:t>
    </dgm:pt>
    <dgm:pt modelId="{E14A7A60-5CCB-4ABA-A80A-7B9CA8DF3F22}" type="parTrans" cxnId="{D9A9FC99-BC47-45E2-A8DC-5B8ADF4DCB98}">
      <dgm:prSet/>
      <dgm:spPr/>
      <dgm:t>
        <a:bodyPr/>
        <a:lstStyle/>
        <a:p>
          <a:endParaRPr lang="en-US"/>
        </a:p>
      </dgm:t>
    </dgm:pt>
    <dgm:pt modelId="{AD248259-5DF9-4535-B51E-D0C3DC558EF3}" type="sibTrans" cxnId="{D9A9FC99-BC47-45E2-A8DC-5B8ADF4DCB98}">
      <dgm:prSet/>
      <dgm:spPr/>
      <dgm:t>
        <a:bodyPr/>
        <a:lstStyle/>
        <a:p>
          <a:endParaRPr lang="en-US"/>
        </a:p>
      </dgm:t>
    </dgm:pt>
    <dgm:pt modelId="{713BA8FF-A7F5-44C9-A6B5-63159B200289}">
      <dgm:prSet/>
      <dgm:spPr/>
      <dgm:t>
        <a:bodyPr/>
        <a:lstStyle/>
        <a:p>
          <a:r>
            <a:rPr lang="en-US"/>
            <a:t>Assuming: same performance, security, services, etc</a:t>
          </a:r>
        </a:p>
      </dgm:t>
    </dgm:pt>
    <dgm:pt modelId="{4161D3EB-6849-4506-B81E-FDC96FB895B0}" type="parTrans" cxnId="{85D54F5D-2D81-418A-8572-CE7BDDCA5ED5}">
      <dgm:prSet/>
      <dgm:spPr/>
      <dgm:t>
        <a:bodyPr/>
        <a:lstStyle/>
        <a:p>
          <a:endParaRPr lang="en-US"/>
        </a:p>
      </dgm:t>
    </dgm:pt>
    <dgm:pt modelId="{38214502-CD6C-420C-A669-EB79DE072A4C}" type="sibTrans" cxnId="{85D54F5D-2D81-418A-8572-CE7BDDCA5ED5}">
      <dgm:prSet/>
      <dgm:spPr/>
      <dgm:t>
        <a:bodyPr/>
        <a:lstStyle/>
        <a:p>
          <a:endParaRPr lang="en-US"/>
        </a:p>
      </dgm:t>
    </dgm:pt>
    <dgm:pt modelId="{F922EB88-91F8-42AC-B0C0-1B49796CE752}">
      <dgm:prSet/>
      <dgm:spPr/>
      <dgm:t>
        <a:bodyPr/>
        <a:lstStyle/>
        <a:p>
          <a:r>
            <a:rPr lang="en-US"/>
            <a:t>Need some agreements</a:t>
          </a:r>
        </a:p>
      </dgm:t>
    </dgm:pt>
    <dgm:pt modelId="{AE9C5011-950D-4F82-B9B0-E885688B2FBE}" type="parTrans" cxnId="{B61C64A9-5D75-4072-AC52-D34D6884B30A}">
      <dgm:prSet/>
      <dgm:spPr/>
      <dgm:t>
        <a:bodyPr/>
        <a:lstStyle/>
        <a:p>
          <a:endParaRPr lang="en-US"/>
        </a:p>
      </dgm:t>
    </dgm:pt>
    <dgm:pt modelId="{0C356B72-E6C2-4790-9B82-9054AC90EE22}" type="sibTrans" cxnId="{B61C64A9-5D75-4072-AC52-D34D6884B30A}">
      <dgm:prSet/>
      <dgm:spPr/>
      <dgm:t>
        <a:bodyPr/>
        <a:lstStyle/>
        <a:p>
          <a:endParaRPr lang="en-US"/>
        </a:p>
      </dgm:t>
    </dgm:pt>
    <dgm:pt modelId="{2E047711-C67D-4626-8E29-8F1055DE8CCB}">
      <dgm:prSet/>
      <dgm:spPr/>
      <dgm:t>
        <a:bodyPr/>
        <a:lstStyle/>
        <a:p>
          <a:r>
            <a:rPr lang="en-US"/>
            <a:t>No standard formats of SLAs</a:t>
          </a:r>
        </a:p>
      </dgm:t>
    </dgm:pt>
    <dgm:pt modelId="{1C6FCDFA-2A7C-4393-9DEB-31AF24AF4DE8}" type="parTrans" cxnId="{65580175-6007-42EC-87FD-76C43C4F824A}">
      <dgm:prSet/>
      <dgm:spPr/>
      <dgm:t>
        <a:bodyPr/>
        <a:lstStyle/>
        <a:p>
          <a:endParaRPr lang="en-US"/>
        </a:p>
      </dgm:t>
    </dgm:pt>
    <dgm:pt modelId="{C9CA85DA-45EC-497E-A007-6FE97CCB050C}" type="sibTrans" cxnId="{65580175-6007-42EC-87FD-76C43C4F824A}">
      <dgm:prSet/>
      <dgm:spPr/>
      <dgm:t>
        <a:bodyPr/>
        <a:lstStyle/>
        <a:p>
          <a:endParaRPr lang="en-US"/>
        </a:p>
      </dgm:t>
    </dgm:pt>
    <dgm:pt modelId="{339D958C-39C3-4BBD-97BA-86342C511657}">
      <dgm:prSet/>
      <dgm:spPr/>
      <dgm:t>
        <a:bodyPr/>
        <a:lstStyle/>
        <a:p>
          <a:r>
            <a:rPr lang="en-US"/>
            <a:t>Signoff agreements</a:t>
          </a:r>
        </a:p>
      </dgm:t>
    </dgm:pt>
    <dgm:pt modelId="{F8E56464-A8AF-41A5-BF4E-32E707E0483A}" type="parTrans" cxnId="{810967EF-1B80-4AB0-B5DA-D650B9923840}">
      <dgm:prSet/>
      <dgm:spPr/>
      <dgm:t>
        <a:bodyPr/>
        <a:lstStyle/>
        <a:p>
          <a:endParaRPr lang="en-US"/>
        </a:p>
      </dgm:t>
    </dgm:pt>
    <dgm:pt modelId="{09F9895E-C4D2-4497-8618-BE701842FACA}" type="sibTrans" cxnId="{810967EF-1B80-4AB0-B5DA-D650B9923840}">
      <dgm:prSet/>
      <dgm:spPr/>
      <dgm:t>
        <a:bodyPr/>
        <a:lstStyle/>
        <a:p>
          <a:endParaRPr lang="en-US"/>
        </a:p>
      </dgm:t>
    </dgm:pt>
    <dgm:pt modelId="{3A745984-5B51-45E5-9620-E39D9EB2FB31}" type="pres">
      <dgm:prSet presAssocID="{68AF4BE4-CCB5-44BB-9FDE-71EC25E40074}" presName="diagram" presStyleCnt="0">
        <dgm:presLayoutVars>
          <dgm:dir/>
          <dgm:resizeHandles val="exact"/>
        </dgm:presLayoutVars>
      </dgm:prSet>
      <dgm:spPr/>
    </dgm:pt>
    <dgm:pt modelId="{4D302F93-0E89-41AC-A5D8-61CD532CD9A6}" type="pres">
      <dgm:prSet presAssocID="{ABB700AE-CF3A-4E9B-957C-862259DD5A80}" presName="node" presStyleLbl="node1" presStyleIdx="0" presStyleCnt="6">
        <dgm:presLayoutVars>
          <dgm:bulletEnabled val="1"/>
        </dgm:presLayoutVars>
      </dgm:prSet>
      <dgm:spPr/>
    </dgm:pt>
    <dgm:pt modelId="{4881B2B9-74C3-401A-A59E-A91B1DC2EA93}" type="pres">
      <dgm:prSet presAssocID="{36935A1E-F32D-4E3B-9497-06B77F004C15}" presName="sibTrans" presStyleCnt="0"/>
      <dgm:spPr/>
    </dgm:pt>
    <dgm:pt modelId="{FA60CDB6-C59E-401D-B45C-329BF29ED97D}" type="pres">
      <dgm:prSet presAssocID="{2867DD60-5ECD-4588-BCA1-24719EB74961}" presName="node" presStyleLbl="node1" presStyleIdx="1" presStyleCnt="6">
        <dgm:presLayoutVars>
          <dgm:bulletEnabled val="1"/>
        </dgm:presLayoutVars>
      </dgm:prSet>
      <dgm:spPr/>
    </dgm:pt>
    <dgm:pt modelId="{47C3DA40-C929-4FDF-BCAF-808CCF454ACA}" type="pres">
      <dgm:prSet presAssocID="{AD248259-5DF9-4535-B51E-D0C3DC558EF3}" presName="sibTrans" presStyleCnt="0"/>
      <dgm:spPr/>
    </dgm:pt>
    <dgm:pt modelId="{E694A1A7-EC3D-4F3A-8DB9-448306232B2E}" type="pres">
      <dgm:prSet presAssocID="{713BA8FF-A7F5-44C9-A6B5-63159B200289}" presName="node" presStyleLbl="node1" presStyleIdx="2" presStyleCnt="6">
        <dgm:presLayoutVars>
          <dgm:bulletEnabled val="1"/>
        </dgm:presLayoutVars>
      </dgm:prSet>
      <dgm:spPr/>
    </dgm:pt>
    <dgm:pt modelId="{76E9657B-CBF2-4356-A529-07ED4ACE37E0}" type="pres">
      <dgm:prSet presAssocID="{38214502-CD6C-420C-A669-EB79DE072A4C}" presName="sibTrans" presStyleCnt="0"/>
      <dgm:spPr/>
    </dgm:pt>
    <dgm:pt modelId="{776CBA87-F336-4DAF-88AD-0440F6F09BB8}" type="pres">
      <dgm:prSet presAssocID="{F922EB88-91F8-42AC-B0C0-1B49796CE752}" presName="node" presStyleLbl="node1" presStyleIdx="3" presStyleCnt="6">
        <dgm:presLayoutVars>
          <dgm:bulletEnabled val="1"/>
        </dgm:presLayoutVars>
      </dgm:prSet>
      <dgm:spPr/>
    </dgm:pt>
    <dgm:pt modelId="{B3F76741-C91B-44A6-A5AB-9DA7853E439B}" type="pres">
      <dgm:prSet presAssocID="{0C356B72-E6C2-4790-9B82-9054AC90EE22}" presName="sibTrans" presStyleCnt="0"/>
      <dgm:spPr/>
    </dgm:pt>
    <dgm:pt modelId="{D813A979-CA33-4E55-B204-A33122AF4E4F}" type="pres">
      <dgm:prSet presAssocID="{2E047711-C67D-4626-8E29-8F1055DE8CCB}" presName="node" presStyleLbl="node1" presStyleIdx="4" presStyleCnt="6">
        <dgm:presLayoutVars>
          <dgm:bulletEnabled val="1"/>
        </dgm:presLayoutVars>
      </dgm:prSet>
      <dgm:spPr/>
    </dgm:pt>
    <dgm:pt modelId="{F0D22C61-E04E-4CE4-8633-BE1930590C20}" type="pres">
      <dgm:prSet presAssocID="{C9CA85DA-45EC-497E-A007-6FE97CCB050C}" presName="sibTrans" presStyleCnt="0"/>
      <dgm:spPr/>
    </dgm:pt>
    <dgm:pt modelId="{2E5883BF-0B82-4B53-B715-1D1D65E5479E}" type="pres">
      <dgm:prSet presAssocID="{339D958C-39C3-4BBD-97BA-86342C511657}" presName="node" presStyleLbl="node1" presStyleIdx="5" presStyleCnt="6">
        <dgm:presLayoutVars>
          <dgm:bulletEnabled val="1"/>
        </dgm:presLayoutVars>
      </dgm:prSet>
      <dgm:spPr/>
    </dgm:pt>
  </dgm:ptLst>
  <dgm:cxnLst>
    <dgm:cxn modelId="{1E45B426-FE25-4FC3-95C8-B21732FE12C7}" type="presOf" srcId="{339D958C-39C3-4BBD-97BA-86342C511657}" destId="{2E5883BF-0B82-4B53-B715-1D1D65E5479E}" srcOrd="0" destOrd="0" presId="urn:microsoft.com/office/officeart/2005/8/layout/default"/>
    <dgm:cxn modelId="{85D54F5D-2D81-418A-8572-CE7BDDCA5ED5}" srcId="{68AF4BE4-CCB5-44BB-9FDE-71EC25E40074}" destId="{713BA8FF-A7F5-44C9-A6B5-63159B200289}" srcOrd="2" destOrd="0" parTransId="{4161D3EB-6849-4506-B81E-FDC96FB895B0}" sibTransId="{38214502-CD6C-420C-A669-EB79DE072A4C}"/>
    <dgm:cxn modelId="{EA694C47-9F9F-4B23-B264-2E120A59D6D1}" type="presOf" srcId="{ABB700AE-CF3A-4E9B-957C-862259DD5A80}" destId="{4D302F93-0E89-41AC-A5D8-61CD532CD9A6}" srcOrd="0" destOrd="0" presId="urn:microsoft.com/office/officeart/2005/8/layout/default"/>
    <dgm:cxn modelId="{65580175-6007-42EC-87FD-76C43C4F824A}" srcId="{68AF4BE4-CCB5-44BB-9FDE-71EC25E40074}" destId="{2E047711-C67D-4626-8E29-8F1055DE8CCB}" srcOrd="4" destOrd="0" parTransId="{1C6FCDFA-2A7C-4393-9DEB-31AF24AF4DE8}" sibTransId="{C9CA85DA-45EC-497E-A007-6FE97CCB050C}"/>
    <dgm:cxn modelId="{9B80AD56-7C46-4593-8856-A00436D4DEBA}" type="presOf" srcId="{713BA8FF-A7F5-44C9-A6B5-63159B200289}" destId="{E694A1A7-EC3D-4F3A-8DB9-448306232B2E}" srcOrd="0" destOrd="0" presId="urn:microsoft.com/office/officeart/2005/8/layout/default"/>
    <dgm:cxn modelId="{8BD13A5A-D616-48D4-953E-91C89DD3A107}" type="presOf" srcId="{F922EB88-91F8-42AC-B0C0-1B49796CE752}" destId="{776CBA87-F336-4DAF-88AD-0440F6F09BB8}" srcOrd="0" destOrd="0" presId="urn:microsoft.com/office/officeart/2005/8/layout/default"/>
    <dgm:cxn modelId="{7F6E8489-8F93-4794-BD34-EF7AC3777B7E}" type="presOf" srcId="{68AF4BE4-CCB5-44BB-9FDE-71EC25E40074}" destId="{3A745984-5B51-45E5-9620-E39D9EB2FB31}" srcOrd="0" destOrd="0" presId="urn:microsoft.com/office/officeart/2005/8/layout/default"/>
    <dgm:cxn modelId="{15DCF193-0612-475D-A303-2389946EBBDD}" type="presOf" srcId="{2E047711-C67D-4626-8E29-8F1055DE8CCB}" destId="{D813A979-CA33-4E55-B204-A33122AF4E4F}" srcOrd="0" destOrd="0" presId="urn:microsoft.com/office/officeart/2005/8/layout/default"/>
    <dgm:cxn modelId="{D9A9FC99-BC47-45E2-A8DC-5B8ADF4DCB98}" srcId="{68AF4BE4-CCB5-44BB-9FDE-71EC25E40074}" destId="{2867DD60-5ECD-4588-BCA1-24719EB74961}" srcOrd="1" destOrd="0" parTransId="{E14A7A60-5CCB-4ABA-A80A-7B9CA8DF3F22}" sibTransId="{AD248259-5DF9-4535-B51E-D0C3DC558EF3}"/>
    <dgm:cxn modelId="{B61C64A9-5D75-4072-AC52-D34D6884B30A}" srcId="{68AF4BE4-CCB5-44BB-9FDE-71EC25E40074}" destId="{F922EB88-91F8-42AC-B0C0-1B49796CE752}" srcOrd="3" destOrd="0" parTransId="{AE9C5011-950D-4F82-B9B0-E885688B2FBE}" sibTransId="{0C356B72-E6C2-4790-9B82-9054AC90EE22}"/>
    <dgm:cxn modelId="{C4A4A1BF-882B-4850-B4C0-DA4A57E47D22}" type="presOf" srcId="{2867DD60-5ECD-4588-BCA1-24719EB74961}" destId="{FA60CDB6-C59E-401D-B45C-329BF29ED97D}" srcOrd="0" destOrd="0" presId="urn:microsoft.com/office/officeart/2005/8/layout/default"/>
    <dgm:cxn modelId="{810967EF-1B80-4AB0-B5DA-D650B9923840}" srcId="{68AF4BE4-CCB5-44BB-9FDE-71EC25E40074}" destId="{339D958C-39C3-4BBD-97BA-86342C511657}" srcOrd="5" destOrd="0" parTransId="{F8E56464-A8AF-41A5-BF4E-32E707E0483A}" sibTransId="{09F9895E-C4D2-4497-8618-BE701842FACA}"/>
    <dgm:cxn modelId="{830A15FA-7A01-42CF-A68C-4B65CF58833E}" srcId="{68AF4BE4-CCB5-44BB-9FDE-71EC25E40074}" destId="{ABB700AE-CF3A-4E9B-957C-862259DD5A80}" srcOrd="0" destOrd="0" parTransId="{361C5659-4E11-4CA6-9F13-E08CE6158A5C}" sibTransId="{36935A1E-F32D-4E3B-9497-06B77F004C15}"/>
    <dgm:cxn modelId="{D6203E84-7D9F-4240-A267-A15DC2BD6FB9}" type="presParOf" srcId="{3A745984-5B51-45E5-9620-E39D9EB2FB31}" destId="{4D302F93-0E89-41AC-A5D8-61CD532CD9A6}" srcOrd="0" destOrd="0" presId="urn:microsoft.com/office/officeart/2005/8/layout/default"/>
    <dgm:cxn modelId="{00BF80A6-A7BD-4A08-9444-B5EFD8CDF7D3}" type="presParOf" srcId="{3A745984-5B51-45E5-9620-E39D9EB2FB31}" destId="{4881B2B9-74C3-401A-A59E-A91B1DC2EA93}" srcOrd="1" destOrd="0" presId="urn:microsoft.com/office/officeart/2005/8/layout/default"/>
    <dgm:cxn modelId="{75BB47EC-FC93-4BCA-9A08-8CAF31CB02E5}" type="presParOf" srcId="{3A745984-5B51-45E5-9620-E39D9EB2FB31}" destId="{FA60CDB6-C59E-401D-B45C-329BF29ED97D}" srcOrd="2" destOrd="0" presId="urn:microsoft.com/office/officeart/2005/8/layout/default"/>
    <dgm:cxn modelId="{BEB4B840-34FC-414D-BC4B-1CD04523BB0B}" type="presParOf" srcId="{3A745984-5B51-45E5-9620-E39D9EB2FB31}" destId="{47C3DA40-C929-4FDF-BCAF-808CCF454ACA}" srcOrd="3" destOrd="0" presId="urn:microsoft.com/office/officeart/2005/8/layout/default"/>
    <dgm:cxn modelId="{A3180838-9191-4D6A-9489-DBA692B3B894}" type="presParOf" srcId="{3A745984-5B51-45E5-9620-E39D9EB2FB31}" destId="{E694A1A7-EC3D-4F3A-8DB9-448306232B2E}" srcOrd="4" destOrd="0" presId="urn:microsoft.com/office/officeart/2005/8/layout/default"/>
    <dgm:cxn modelId="{01A93929-AF84-4182-BA2C-79E5AF82FD50}" type="presParOf" srcId="{3A745984-5B51-45E5-9620-E39D9EB2FB31}" destId="{76E9657B-CBF2-4356-A529-07ED4ACE37E0}" srcOrd="5" destOrd="0" presId="urn:microsoft.com/office/officeart/2005/8/layout/default"/>
    <dgm:cxn modelId="{2DB6E606-94D9-466E-A7B6-0A8670C057A7}" type="presParOf" srcId="{3A745984-5B51-45E5-9620-E39D9EB2FB31}" destId="{776CBA87-F336-4DAF-88AD-0440F6F09BB8}" srcOrd="6" destOrd="0" presId="urn:microsoft.com/office/officeart/2005/8/layout/default"/>
    <dgm:cxn modelId="{F84CD7C4-C678-497D-A496-F475A1A97930}" type="presParOf" srcId="{3A745984-5B51-45E5-9620-E39D9EB2FB31}" destId="{B3F76741-C91B-44A6-A5AB-9DA7853E439B}" srcOrd="7" destOrd="0" presId="urn:microsoft.com/office/officeart/2005/8/layout/default"/>
    <dgm:cxn modelId="{1133F26F-210D-4277-BC54-46DB7A7BC902}" type="presParOf" srcId="{3A745984-5B51-45E5-9620-E39D9EB2FB31}" destId="{D813A979-CA33-4E55-B204-A33122AF4E4F}" srcOrd="8" destOrd="0" presId="urn:microsoft.com/office/officeart/2005/8/layout/default"/>
    <dgm:cxn modelId="{2213EBB8-D087-4117-B6BC-7E318A6BA338}" type="presParOf" srcId="{3A745984-5B51-45E5-9620-E39D9EB2FB31}" destId="{F0D22C61-E04E-4CE4-8633-BE1930590C20}" srcOrd="9" destOrd="0" presId="urn:microsoft.com/office/officeart/2005/8/layout/default"/>
    <dgm:cxn modelId="{989781E1-B2FD-4468-9D7F-69E14843306E}" type="presParOf" srcId="{3A745984-5B51-45E5-9620-E39D9EB2FB31}" destId="{2E5883BF-0B82-4B53-B715-1D1D65E5479E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6AAD822-76DA-4C8A-AB2B-2E008B70765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A040946-D4E1-43E9-B125-BA201B623AA0}">
      <dgm:prSet/>
      <dgm:spPr/>
      <dgm:t>
        <a:bodyPr/>
        <a:lstStyle/>
        <a:p>
          <a:r>
            <a:rPr lang="en-US"/>
            <a:t>A formal contract between Cloud service provider and service consumer</a:t>
          </a:r>
        </a:p>
      </dgm:t>
    </dgm:pt>
    <dgm:pt modelId="{7BDBD14F-1FF5-48AC-9664-80EAF0522165}" type="parTrans" cxnId="{8286CD5F-762E-42A7-8160-DA5AA9400B49}">
      <dgm:prSet/>
      <dgm:spPr/>
      <dgm:t>
        <a:bodyPr/>
        <a:lstStyle/>
        <a:p>
          <a:endParaRPr lang="en-US"/>
        </a:p>
      </dgm:t>
    </dgm:pt>
    <dgm:pt modelId="{92CBCF3C-DB07-4F42-9EA4-7127742DDD0F}" type="sibTrans" cxnId="{8286CD5F-762E-42A7-8160-DA5AA9400B49}">
      <dgm:prSet/>
      <dgm:spPr/>
      <dgm:t>
        <a:bodyPr/>
        <a:lstStyle/>
        <a:p>
          <a:endParaRPr lang="en-US"/>
        </a:p>
      </dgm:t>
    </dgm:pt>
    <dgm:pt modelId="{C43D8533-B3B2-443C-96F5-630A30C438F6}">
      <dgm:prSet/>
      <dgm:spPr/>
      <dgm:t>
        <a:bodyPr/>
        <a:lstStyle/>
        <a:p>
          <a:r>
            <a:rPr lang="en-US"/>
            <a:t>SLA: foundation of the consumer's trust on provider</a:t>
          </a:r>
        </a:p>
      </dgm:t>
    </dgm:pt>
    <dgm:pt modelId="{65540E71-1B69-42C4-8D24-A47324D10977}" type="parTrans" cxnId="{8A37E520-293F-427B-A96A-DDCB69C64910}">
      <dgm:prSet/>
      <dgm:spPr/>
      <dgm:t>
        <a:bodyPr/>
        <a:lstStyle/>
        <a:p>
          <a:endParaRPr lang="en-US"/>
        </a:p>
      </dgm:t>
    </dgm:pt>
    <dgm:pt modelId="{443678C7-6D8D-4719-BC7E-64B40F1EABCC}" type="sibTrans" cxnId="{8A37E520-293F-427B-A96A-DDCB69C64910}">
      <dgm:prSet/>
      <dgm:spPr/>
      <dgm:t>
        <a:bodyPr/>
        <a:lstStyle/>
        <a:p>
          <a:endParaRPr lang="en-US"/>
        </a:p>
      </dgm:t>
    </dgm:pt>
    <dgm:pt modelId="{F2CD8C13-C333-430B-9881-EE1BFD2C3115}">
      <dgm:prSet/>
      <dgm:spPr/>
      <dgm:t>
        <a:bodyPr/>
        <a:lstStyle/>
        <a:p>
          <a:r>
            <a:rPr lang="en-US"/>
            <a:t>Purpose: to define a formal basis for performance availability guarantees to deliver</a:t>
          </a:r>
        </a:p>
      </dgm:t>
    </dgm:pt>
    <dgm:pt modelId="{C62B07F7-619A-4850-A250-08E6790949CE}" type="parTrans" cxnId="{C05B6E06-07A9-40DE-AB55-2BF93547D943}">
      <dgm:prSet/>
      <dgm:spPr/>
      <dgm:t>
        <a:bodyPr/>
        <a:lstStyle/>
        <a:p>
          <a:endParaRPr lang="en-US"/>
        </a:p>
      </dgm:t>
    </dgm:pt>
    <dgm:pt modelId="{02425C31-41A7-443B-8E4E-EA9E0094B44C}" type="sibTrans" cxnId="{C05B6E06-07A9-40DE-AB55-2BF93547D943}">
      <dgm:prSet/>
      <dgm:spPr/>
      <dgm:t>
        <a:bodyPr/>
        <a:lstStyle/>
        <a:p>
          <a:endParaRPr lang="en-US"/>
        </a:p>
      </dgm:t>
    </dgm:pt>
    <dgm:pt modelId="{F61F4A1B-BE61-452C-BA35-12DD94617ADE}">
      <dgm:prSet/>
      <dgm:spPr/>
      <dgm:t>
        <a:bodyPr/>
        <a:lstStyle/>
        <a:p>
          <a:r>
            <a:rPr lang="en-US"/>
            <a:t>SLA contains SLOs</a:t>
          </a:r>
        </a:p>
      </dgm:t>
    </dgm:pt>
    <dgm:pt modelId="{535D9682-D350-476C-9E5D-88662E0CAB1E}" type="parTrans" cxnId="{47E00AC6-4B36-4640-A492-A3F410D342F4}">
      <dgm:prSet/>
      <dgm:spPr/>
      <dgm:t>
        <a:bodyPr/>
        <a:lstStyle/>
        <a:p>
          <a:endParaRPr lang="en-US"/>
        </a:p>
      </dgm:t>
    </dgm:pt>
    <dgm:pt modelId="{20C7A18A-78CF-41E5-BF77-11576BD1F28B}" type="sibTrans" cxnId="{47E00AC6-4B36-4640-A492-A3F410D342F4}">
      <dgm:prSet/>
      <dgm:spPr/>
      <dgm:t>
        <a:bodyPr/>
        <a:lstStyle/>
        <a:p>
          <a:endParaRPr lang="en-US"/>
        </a:p>
      </dgm:t>
    </dgm:pt>
    <dgm:pt modelId="{45E6C6B1-4B25-42D6-8891-C4190CFD627D}">
      <dgm:prSet/>
      <dgm:spPr/>
      <dgm:t>
        <a:bodyPr/>
        <a:lstStyle/>
        <a:p>
          <a:r>
            <a:rPr lang="en-US"/>
            <a:t>Measureable Objectives and condition for services</a:t>
          </a:r>
        </a:p>
      </dgm:t>
    </dgm:pt>
    <dgm:pt modelId="{AD613D2C-11B8-4FA6-8781-134D00330B30}" type="parTrans" cxnId="{5946B707-ADB0-494B-98A9-84E7B2599F5A}">
      <dgm:prSet/>
      <dgm:spPr/>
      <dgm:t>
        <a:bodyPr/>
        <a:lstStyle/>
        <a:p>
          <a:endParaRPr lang="en-US"/>
        </a:p>
      </dgm:t>
    </dgm:pt>
    <dgm:pt modelId="{3742E753-57E9-4F52-BF99-A375C285DD8B}" type="sibTrans" cxnId="{5946B707-ADB0-494B-98A9-84E7B2599F5A}">
      <dgm:prSet/>
      <dgm:spPr/>
      <dgm:t>
        <a:bodyPr/>
        <a:lstStyle/>
        <a:p>
          <a:endParaRPr lang="en-US"/>
        </a:p>
      </dgm:t>
    </dgm:pt>
    <dgm:pt modelId="{5FD54927-7D47-4511-8FEE-4BE941338F0C}">
      <dgm:prSet/>
      <dgm:spPr/>
      <dgm:t>
        <a:bodyPr/>
        <a:lstStyle/>
        <a:p>
          <a:r>
            <a:rPr lang="en-US"/>
            <a:t>SLA &amp; SLO: basis for selection of cloud provider</a:t>
          </a:r>
        </a:p>
      </dgm:t>
    </dgm:pt>
    <dgm:pt modelId="{165E9F5B-BCFE-48D7-AB90-958D4F86E75C}" type="parTrans" cxnId="{55095108-9C92-422B-A45D-4E5B3D04995F}">
      <dgm:prSet/>
      <dgm:spPr/>
      <dgm:t>
        <a:bodyPr/>
        <a:lstStyle/>
        <a:p>
          <a:endParaRPr lang="en-US"/>
        </a:p>
      </dgm:t>
    </dgm:pt>
    <dgm:pt modelId="{53A5EA4A-9FC8-43EE-A878-4FCDE54ACBEF}" type="sibTrans" cxnId="{55095108-9C92-422B-A45D-4E5B3D04995F}">
      <dgm:prSet/>
      <dgm:spPr/>
      <dgm:t>
        <a:bodyPr/>
        <a:lstStyle/>
        <a:p>
          <a:endParaRPr lang="en-US"/>
        </a:p>
      </dgm:t>
    </dgm:pt>
    <dgm:pt modelId="{215D35A6-186F-4C96-AC9C-FCF44AAA50F7}" type="pres">
      <dgm:prSet presAssocID="{B6AAD822-76DA-4C8A-AB2B-2E008B70765D}" presName="linear" presStyleCnt="0">
        <dgm:presLayoutVars>
          <dgm:animLvl val="lvl"/>
          <dgm:resizeHandles val="exact"/>
        </dgm:presLayoutVars>
      </dgm:prSet>
      <dgm:spPr/>
    </dgm:pt>
    <dgm:pt modelId="{D2781865-A781-4F2F-891D-50A370EC3BE6}" type="pres">
      <dgm:prSet presAssocID="{AA040946-D4E1-43E9-B125-BA201B623AA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033045A-3319-4380-B905-0516A0573FED}" type="pres">
      <dgm:prSet presAssocID="{92CBCF3C-DB07-4F42-9EA4-7127742DDD0F}" presName="spacer" presStyleCnt="0"/>
      <dgm:spPr/>
    </dgm:pt>
    <dgm:pt modelId="{32A9A881-FC62-4EB6-BC1F-4ABF9EA75B94}" type="pres">
      <dgm:prSet presAssocID="{C43D8533-B3B2-443C-96F5-630A30C438F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1D61C86-5F03-4D1D-8322-CBE7E0A4FA2F}" type="pres">
      <dgm:prSet presAssocID="{C43D8533-B3B2-443C-96F5-630A30C438F6}" presName="childText" presStyleLbl="revTx" presStyleIdx="0" presStyleCnt="2">
        <dgm:presLayoutVars>
          <dgm:bulletEnabled val="1"/>
        </dgm:presLayoutVars>
      </dgm:prSet>
      <dgm:spPr/>
    </dgm:pt>
    <dgm:pt modelId="{622A4B32-2A9C-4BFD-947C-CF1C78F88996}" type="pres">
      <dgm:prSet presAssocID="{F61F4A1B-BE61-452C-BA35-12DD94617AD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8B505E4-C1E4-41DA-ADDF-EA8E5D0B4721}" type="pres">
      <dgm:prSet presAssocID="{F61F4A1B-BE61-452C-BA35-12DD94617ADE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66DDDC03-E57A-40D5-9791-C1D0E5FE29BF}" type="presOf" srcId="{F61F4A1B-BE61-452C-BA35-12DD94617ADE}" destId="{622A4B32-2A9C-4BFD-947C-CF1C78F88996}" srcOrd="0" destOrd="0" presId="urn:microsoft.com/office/officeart/2005/8/layout/vList2"/>
    <dgm:cxn modelId="{C05B6E06-07A9-40DE-AB55-2BF93547D943}" srcId="{C43D8533-B3B2-443C-96F5-630A30C438F6}" destId="{F2CD8C13-C333-430B-9881-EE1BFD2C3115}" srcOrd="0" destOrd="0" parTransId="{C62B07F7-619A-4850-A250-08E6790949CE}" sibTransId="{02425C31-41A7-443B-8E4E-EA9E0094B44C}"/>
    <dgm:cxn modelId="{5946B707-ADB0-494B-98A9-84E7B2599F5A}" srcId="{F61F4A1B-BE61-452C-BA35-12DD94617ADE}" destId="{45E6C6B1-4B25-42D6-8891-C4190CFD627D}" srcOrd="0" destOrd="0" parTransId="{AD613D2C-11B8-4FA6-8781-134D00330B30}" sibTransId="{3742E753-57E9-4F52-BF99-A375C285DD8B}"/>
    <dgm:cxn modelId="{55095108-9C92-422B-A45D-4E5B3D04995F}" srcId="{F61F4A1B-BE61-452C-BA35-12DD94617ADE}" destId="{5FD54927-7D47-4511-8FEE-4BE941338F0C}" srcOrd="1" destOrd="0" parTransId="{165E9F5B-BCFE-48D7-AB90-958D4F86E75C}" sibTransId="{53A5EA4A-9FC8-43EE-A878-4FCDE54ACBEF}"/>
    <dgm:cxn modelId="{FC2CB90B-82DE-49BB-AE7F-EA6246BB2919}" type="presOf" srcId="{AA040946-D4E1-43E9-B125-BA201B623AA0}" destId="{D2781865-A781-4F2F-891D-50A370EC3BE6}" srcOrd="0" destOrd="0" presId="urn:microsoft.com/office/officeart/2005/8/layout/vList2"/>
    <dgm:cxn modelId="{8A37E520-293F-427B-A96A-DDCB69C64910}" srcId="{B6AAD822-76DA-4C8A-AB2B-2E008B70765D}" destId="{C43D8533-B3B2-443C-96F5-630A30C438F6}" srcOrd="1" destOrd="0" parTransId="{65540E71-1B69-42C4-8D24-A47324D10977}" sibTransId="{443678C7-6D8D-4719-BC7E-64B40F1EABCC}"/>
    <dgm:cxn modelId="{8286CD5F-762E-42A7-8160-DA5AA9400B49}" srcId="{B6AAD822-76DA-4C8A-AB2B-2E008B70765D}" destId="{AA040946-D4E1-43E9-B125-BA201B623AA0}" srcOrd="0" destOrd="0" parTransId="{7BDBD14F-1FF5-48AC-9664-80EAF0522165}" sibTransId="{92CBCF3C-DB07-4F42-9EA4-7127742DDD0F}"/>
    <dgm:cxn modelId="{C58FC743-C6EF-41C7-A661-8CC790FDA520}" type="presOf" srcId="{C43D8533-B3B2-443C-96F5-630A30C438F6}" destId="{32A9A881-FC62-4EB6-BC1F-4ABF9EA75B94}" srcOrd="0" destOrd="0" presId="urn:microsoft.com/office/officeart/2005/8/layout/vList2"/>
    <dgm:cxn modelId="{872C9B76-DEAA-432E-AAAA-CDB6E592AB91}" type="presOf" srcId="{5FD54927-7D47-4511-8FEE-4BE941338F0C}" destId="{A8B505E4-C1E4-41DA-ADDF-EA8E5D0B4721}" srcOrd="0" destOrd="1" presId="urn:microsoft.com/office/officeart/2005/8/layout/vList2"/>
    <dgm:cxn modelId="{FBE45E9A-B473-4886-AADA-9CFA5DC9A7B0}" type="presOf" srcId="{B6AAD822-76DA-4C8A-AB2B-2E008B70765D}" destId="{215D35A6-186F-4C96-AC9C-FCF44AAA50F7}" srcOrd="0" destOrd="0" presId="urn:microsoft.com/office/officeart/2005/8/layout/vList2"/>
    <dgm:cxn modelId="{648B61A3-A265-4EED-B500-FE82275DDBFC}" type="presOf" srcId="{45E6C6B1-4B25-42D6-8891-C4190CFD627D}" destId="{A8B505E4-C1E4-41DA-ADDF-EA8E5D0B4721}" srcOrd="0" destOrd="0" presId="urn:microsoft.com/office/officeart/2005/8/layout/vList2"/>
    <dgm:cxn modelId="{47E00AC6-4B36-4640-A492-A3F410D342F4}" srcId="{B6AAD822-76DA-4C8A-AB2B-2E008B70765D}" destId="{F61F4A1B-BE61-452C-BA35-12DD94617ADE}" srcOrd="2" destOrd="0" parTransId="{535D9682-D350-476C-9E5D-88662E0CAB1E}" sibTransId="{20C7A18A-78CF-41E5-BF77-11576BD1F28B}"/>
    <dgm:cxn modelId="{50183FE5-146B-40C3-82F7-A75DCD308E9B}" type="presOf" srcId="{F2CD8C13-C333-430B-9881-EE1BFD2C3115}" destId="{31D61C86-5F03-4D1D-8322-CBE7E0A4FA2F}" srcOrd="0" destOrd="0" presId="urn:microsoft.com/office/officeart/2005/8/layout/vList2"/>
    <dgm:cxn modelId="{C929F4BB-2954-4FB7-A85F-8ED051D88B6E}" type="presParOf" srcId="{215D35A6-186F-4C96-AC9C-FCF44AAA50F7}" destId="{D2781865-A781-4F2F-891D-50A370EC3BE6}" srcOrd="0" destOrd="0" presId="urn:microsoft.com/office/officeart/2005/8/layout/vList2"/>
    <dgm:cxn modelId="{921F99DF-D756-4E28-95BC-99E9D53C30EE}" type="presParOf" srcId="{215D35A6-186F-4C96-AC9C-FCF44AAA50F7}" destId="{4033045A-3319-4380-B905-0516A0573FED}" srcOrd="1" destOrd="0" presId="urn:microsoft.com/office/officeart/2005/8/layout/vList2"/>
    <dgm:cxn modelId="{B38BC81A-1130-479B-B303-3301E4A6B2FB}" type="presParOf" srcId="{215D35A6-186F-4C96-AC9C-FCF44AAA50F7}" destId="{32A9A881-FC62-4EB6-BC1F-4ABF9EA75B94}" srcOrd="2" destOrd="0" presId="urn:microsoft.com/office/officeart/2005/8/layout/vList2"/>
    <dgm:cxn modelId="{F2285C2A-BCA4-43CB-98C0-88114AC4D586}" type="presParOf" srcId="{215D35A6-186F-4C96-AC9C-FCF44AAA50F7}" destId="{31D61C86-5F03-4D1D-8322-CBE7E0A4FA2F}" srcOrd="3" destOrd="0" presId="urn:microsoft.com/office/officeart/2005/8/layout/vList2"/>
    <dgm:cxn modelId="{1619B571-5BBE-4876-9935-BBB0302DB0AA}" type="presParOf" srcId="{215D35A6-186F-4C96-AC9C-FCF44AAA50F7}" destId="{622A4B32-2A9C-4BFD-947C-CF1C78F88996}" srcOrd="4" destOrd="0" presId="urn:microsoft.com/office/officeart/2005/8/layout/vList2"/>
    <dgm:cxn modelId="{388FFDBF-DD89-417C-9B50-A6FBBF88F046}" type="presParOf" srcId="{215D35A6-186F-4C96-AC9C-FCF44AAA50F7}" destId="{A8B505E4-C1E4-41DA-ADDF-EA8E5D0B4721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6DCEE95-7BEC-4BB4-B45B-3164FE216CF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40508D3-890E-4FC4-9C3D-275C183563F4}">
      <dgm:prSet/>
      <dgm:spPr/>
      <dgm:t>
        <a:bodyPr/>
        <a:lstStyle/>
        <a:p>
          <a:r>
            <a:rPr lang="en-US"/>
            <a:t>Set of service provider will deliver</a:t>
          </a:r>
        </a:p>
      </dgm:t>
    </dgm:pt>
    <dgm:pt modelId="{43AC99A6-AC8C-49AA-928B-2B50F48F1504}" type="parTrans" cxnId="{D6ACD84B-30D1-427E-BF1E-5F8C15EC0922}">
      <dgm:prSet/>
      <dgm:spPr/>
      <dgm:t>
        <a:bodyPr/>
        <a:lstStyle/>
        <a:p>
          <a:endParaRPr lang="en-US"/>
        </a:p>
      </dgm:t>
    </dgm:pt>
    <dgm:pt modelId="{C193AC73-2F04-4AE8-887A-3D2495ECB59D}" type="sibTrans" cxnId="{D6ACD84B-30D1-427E-BF1E-5F8C15EC0922}">
      <dgm:prSet/>
      <dgm:spPr/>
      <dgm:t>
        <a:bodyPr/>
        <a:lstStyle/>
        <a:p>
          <a:endParaRPr lang="en-US"/>
        </a:p>
      </dgm:t>
    </dgm:pt>
    <dgm:pt modelId="{F678D8B3-8EBB-4A7C-A823-5A0A304D2812}">
      <dgm:prSet/>
      <dgm:spPr/>
      <dgm:t>
        <a:bodyPr/>
        <a:lstStyle/>
        <a:p>
          <a:r>
            <a:rPr lang="en-US"/>
            <a:t>A complete, specific definition of each service</a:t>
          </a:r>
        </a:p>
      </dgm:t>
    </dgm:pt>
    <dgm:pt modelId="{96CDA38A-00FB-414E-9BF0-8663006CEE3F}" type="parTrans" cxnId="{418C9599-DD24-42C5-9C10-F4866CFA5DCE}">
      <dgm:prSet/>
      <dgm:spPr/>
      <dgm:t>
        <a:bodyPr/>
        <a:lstStyle/>
        <a:p>
          <a:endParaRPr lang="en-US"/>
        </a:p>
      </dgm:t>
    </dgm:pt>
    <dgm:pt modelId="{F4F56E8B-CB02-4E1A-891C-E086932D29BB}" type="sibTrans" cxnId="{418C9599-DD24-42C5-9C10-F4866CFA5DCE}">
      <dgm:prSet/>
      <dgm:spPr/>
      <dgm:t>
        <a:bodyPr/>
        <a:lstStyle/>
        <a:p>
          <a:endParaRPr lang="en-US"/>
        </a:p>
      </dgm:t>
    </dgm:pt>
    <dgm:pt modelId="{66D1D704-D852-4CC4-83A1-F279C7DA4835}">
      <dgm:prSet/>
      <dgm:spPr/>
      <dgm:t>
        <a:bodyPr/>
        <a:lstStyle/>
        <a:p>
          <a:r>
            <a:rPr lang="en-US"/>
            <a:t>Responsibilities of provider and consumer</a:t>
          </a:r>
        </a:p>
      </dgm:t>
    </dgm:pt>
    <dgm:pt modelId="{87A9CAFD-7C9B-471B-94C6-1B295EE051C7}" type="parTrans" cxnId="{412B2E7E-E850-4D7B-8B37-5CAB23FA0832}">
      <dgm:prSet/>
      <dgm:spPr/>
      <dgm:t>
        <a:bodyPr/>
        <a:lstStyle/>
        <a:p>
          <a:endParaRPr lang="en-US"/>
        </a:p>
      </dgm:t>
    </dgm:pt>
    <dgm:pt modelId="{0259E75F-D868-4A10-AD7D-0286DC4C6B77}" type="sibTrans" cxnId="{412B2E7E-E850-4D7B-8B37-5CAB23FA0832}">
      <dgm:prSet/>
      <dgm:spPr/>
      <dgm:t>
        <a:bodyPr/>
        <a:lstStyle/>
        <a:p>
          <a:endParaRPr lang="en-US"/>
        </a:p>
      </dgm:t>
    </dgm:pt>
    <dgm:pt modelId="{F09EC66C-2D0F-43EA-97A3-2B651C529A67}">
      <dgm:prSet/>
      <dgm:spPr/>
      <dgm:t>
        <a:bodyPr/>
        <a:lstStyle/>
        <a:p>
          <a:r>
            <a:rPr lang="en-US"/>
            <a:t>Set of metrics to measure weather provider is offering services as 	guaranteed</a:t>
          </a:r>
        </a:p>
      </dgm:t>
    </dgm:pt>
    <dgm:pt modelId="{43983B18-28E6-4818-8A74-F4B8DF9907AE}" type="parTrans" cxnId="{3B2B5DE2-3392-4BE5-BE9C-AED7EB3BF465}">
      <dgm:prSet/>
      <dgm:spPr/>
      <dgm:t>
        <a:bodyPr/>
        <a:lstStyle/>
        <a:p>
          <a:endParaRPr lang="en-US"/>
        </a:p>
      </dgm:t>
    </dgm:pt>
    <dgm:pt modelId="{EC9231CA-DBFC-4993-ADFC-6E22FD4035FB}" type="sibTrans" cxnId="{3B2B5DE2-3392-4BE5-BE9C-AED7EB3BF465}">
      <dgm:prSet/>
      <dgm:spPr/>
      <dgm:t>
        <a:bodyPr/>
        <a:lstStyle/>
        <a:p>
          <a:endParaRPr lang="en-US"/>
        </a:p>
      </dgm:t>
    </dgm:pt>
    <dgm:pt modelId="{FA89D6A2-190A-4B92-B388-B128F39AF4F2}">
      <dgm:prSet/>
      <dgm:spPr/>
      <dgm:t>
        <a:bodyPr/>
        <a:lstStyle/>
        <a:p>
          <a:r>
            <a:rPr lang="en-US"/>
            <a:t>An auditing mechanism to monitor services (may be third party)</a:t>
          </a:r>
        </a:p>
      </dgm:t>
    </dgm:pt>
    <dgm:pt modelId="{F1A325DC-5394-46D6-842B-818A5F3F4284}" type="parTrans" cxnId="{9ECA9CBC-4285-4749-BF13-D22DBCD3B024}">
      <dgm:prSet/>
      <dgm:spPr/>
      <dgm:t>
        <a:bodyPr/>
        <a:lstStyle/>
        <a:p>
          <a:endParaRPr lang="en-US"/>
        </a:p>
      </dgm:t>
    </dgm:pt>
    <dgm:pt modelId="{99FC567F-1456-4AB7-B854-39F71F5883A5}" type="sibTrans" cxnId="{9ECA9CBC-4285-4749-BF13-D22DBCD3B024}">
      <dgm:prSet/>
      <dgm:spPr/>
      <dgm:t>
        <a:bodyPr/>
        <a:lstStyle/>
        <a:p>
          <a:endParaRPr lang="en-US"/>
        </a:p>
      </dgm:t>
    </dgm:pt>
    <dgm:pt modelId="{057D0AC7-4C87-45DC-A7CD-7E30041E6F77}">
      <dgm:prSet/>
      <dgm:spPr/>
      <dgm:t>
        <a:bodyPr/>
        <a:lstStyle/>
        <a:p>
          <a:r>
            <a:rPr lang="en-US"/>
            <a:t>Remedies available to consumer and provider if terms violated 	(penalty)</a:t>
          </a:r>
        </a:p>
      </dgm:t>
    </dgm:pt>
    <dgm:pt modelId="{0DBFCBAD-2691-4731-B1B7-77986962B0BF}" type="parTrans" cxnId="{FDBFF615-89BB-4518-8BB1-46D7CD45C0F5}">
      <dgm:prSet/>
      <dgm:spPr/>
      <dgm:t>
        <a:bodyPr/>
        <a:lstStyle/>
        <a:p>
          <a:endParaRPr lang="en-US"/>
        </a:p>
      </dgm:t>
    </dgm:pt>
    <dgm:pt modelId="{FD90A3CE-E6CC-4D6B-8986-F185BD5680E2}" type="sibTrans" cxnId="{FDBFF615-89BB-4518-8BB1-46D7CD45C0F5}">
      <dgm:prSet/>
      <dgm:spPr/>
      <dgm:t>
        <a:bodyPr/>
        <a:lstStyle/>
        <a:p>
          <a:endParaRPr lang="en-US"/>
        </a:p>
      </dgm:t>
    </dgm:pt>
    <dgm:pt modelId="{332A6CFD-F1DC-4EC0-9E4D-4C8E37578963}">
      <dgm:prSet/>
      <dgm:spPr/>
      <dgm:t>
        <a:bodyPr/>
        <a:lstStyle/>
        <a:p>
          <a:r>
            <a:rPr lang="en-US"/>
            <a:t>How SLA will change over time</a:t>
          </a:r>
        </a:p>
      </dgm:t>
    </dgm:pt>
    <dgm:pt modelId="{8FD5C08A-1F4E-456B-A4C4-A8273D0901B3}" type="parTrans" cxnId="{D085BA19-B136-4711-8D95-B278856EB2FD}">
      <dgm:prSet/>
      <dgm:spPr/>
      <dgm:t>
        <a:bodyPr/>
        <a:lstStyle/>
        <a:p>
          <a:endParaRPr lang="en-US"/>
        </a:p>
      </dgm:t>
    </dgm:pt>
    <dgm:pt modelId="{4EC02248-74A1-4D5C-BD43-B917A02091AA}" type="sibTrans" cxnId="{D085BA19-B136-4711-8D95-B278856EB2FD}">
      <dgm:prSet/>
      <dgm:spPr/>
      <dgm:t>
        <a:bodyPr/>
        <a:lstStyle/>
        <a:p>
          <a:endParaRPr lang="en-US"/>
        </a:p>
      </dgm:t>
    </dgm:pt>
    <dgm:pt modelId="{F7819AA2-FE23-4B93-BC1D-1DDF2064ED0A}" type="pres">
      <dgm:prSet presAssocID="{56DCEE95-7BEC-4BB4-B45B-3164FE216CF3}" presName="linear" presStyleCnt="0">
        <dgm:presLayoutVars>
          <dgm:animLvl val="lvl"/>
          <dgm:resizeHandles val="exact"/>
        </dgm:presLayoutVars>
      </dgm:prSet>
      <dgm:spPr/>
    </dgm:pt>
    <dgm:pt modelId="{F4EF09D5-9976-42FA-8903-88715A9770D1}" type="pres">
      <dgm:prSet presAssocID="{A40508D3-890E-4FC4-9C3D-275C183563F4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2191EEF2-DBBF-4506-8AD8-332C79B40D03}" type="pres">
      <dgm:prSet presAssocID="{C193AC73-2F04-4AE8-887A-3D2495ECB59D}" presName="spacer" presStyleCnt="0"/>
      <dgm:spPr/>
    </dgm:pt>
    <dgm:pt modelId="{3B77D152-9599-4D87-94B9-2A2DD1B38E85}" type="pres">
      <dgm:prSet presAssocID="{F678D8B3-8EBB-4A7C-A823-5A0A304D2812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F01F5177-B855-46AA-AE64-D0F5931D881A}" type="pres">
      <dgm:prSet presAssocID="{F4F56E8B-CB02-4E1A-891C-E086932D29BB}" presName="spacer" presStyleCnt="0"/>
      <dgm:spPr/>
    </dgm:pt>
    <dgm:pt modelId="{61AE12FE-C470-445E-87B7-4E7F1F3F6E1D}" type="pres">
      <dgm:prSet presAssocID="{66D1D704-D852-4CC4-83A1-F279C7DA4835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387371FA-68CE-47DD-B006-DBC0456C94B8}" type="pres">
      <dgm:prSet presAssocID="{0259E75F-D868-4A10-AD7D-0286DC4C6B77}" presName="spacer" presStyleCnt="0"/>
      <dgm:spPr/>
    </dgm:pt>
    <dgm:pt modelId="{1908CD0A-7B6F-4750-ACCC-DDCDD6EF2629}" type="pres">
      <dgm:prSet presAssocID="{F09EC66C-2D0F-43EA-97A3-2B651C529A67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331B5734-CA39-48D8-8609-34F1B2CDB536}" type="pres">
      <dgm:prSet presAssocID="{EC9231CA-DBFC-4993-ADFC-6E22FD4035FB}" presName="spacer" presStyleCnt="0"/>
      <dgm:spPr/>
    </dgm:pt>
    <dgm:pt modelId="{6C55C6BA-93EF-4614-A050-A71200A2C4A8}" type="pres">
      <dgm:prSet presAssocID="{FA89D6A2-190A-4B92-B388-B128F39AF4F2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1329A217-64B7-42D0-B514-8D551592653A}" type="pres">
      <dgm:prSet presAssocID="{99FC567F-1456-4AB7-B854-39F71F5883A5}" presName="spacer" presStyleCnt="0"/>
      <dgm:spPr/>
    </dgm:pt>
    <dgm:pt modelId="{EE30CF58-B23B-47E9-815A-BE4C67DD0DF3}" type="pres">
      <dgm:prSet presAssocID="{057D0AC7-4C87-45DC-A7CD-7E30041E6F77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09D80933-BDEB-4A6B-9C0B-EB9F6E61DE28}" type="pres">
      <dgm:prSet presAssocID="{FD90A3CE-E6CC-4D6B-8986-F185BD5680E2}" presName="spacer" presStyleCnt="0"/>
      <dgm:spPr/>
    </dgm:pt>
    <dgm:pt modelId="{8E97B733-C1C4-4697-9C77-47ABE11EC690}" type="pres">
      <dgm:prSet presAssocID="{332A6CFD-F1DC-4EC0-9E4D-4C8E37578963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74AFF102-63EE-4422-B333-6DFE38788A37}" type="presOf" srcId="{A40508D3-890E-4FC4-9C3D-275C183563F4}" destId="{F4EF09D5-9976-42FA-8903-88715A9770D1}" srcOrd="0" destOrd="0" presId="urn:microsoft.com/office/officeart/2005/8/layout/vList2"/>
    <dgm:cxn modelId="{335F2110-7365-4165-AC53-553E08B031AA}" type="presOf" srcId="{332A6CFD-F1DC-4EC0-9E4D-4C8E37578963}" destId="{8E97B733-C1C4-4697-9C77-47ABE11EC690}" srcOrd="0" destOrd="0" presId="urn:microsoft.com/office/officeart/2005/8/layout/vList2"/>
    <dgm:cxn modelId="{FDBFF615-89BB-4518-8BB1-46D7CD45C0F5}" srcId="{56DCEE95-7BEC-4BB4-B45B-3164FE216CF3}" destId="{057D0AC7-4C87-45DC-A7CD-7E30041E6F77}" srcOrd="5" destOrd="0" parTransId="{0DBFCBAD-2691-4731-B1B7-77986962B0BF}" sibTransId="{FD90A3CE-E6CC-4D6B-8986-F185BD5680E2}"/>
    <dgm:cxn modelId="{23CA7A18-88F1-4F17-92FD-B50A4B7C4D84}" type="presOf" srcId="{F09EC66C-2D0F-43EA-97A3-2B651C529A67}" destId="{1908CD0A-7B6F-4750-ACCC-DDCDD6EF2629}" srcOrd="0" destOrd="0" presId="urn:microsoft.com/office/officeart/2005/8/layout/vList2"/>
    <dgm:cxn modelId="{D085BA19-B136-4711-8D95-B278856EB2FD}" srcId="{56DCEE95-7BEC-4BB4-B45B-3164FE216CF3}" destId="{332A6CFD-F1DC-4EC0-9E4D-4C8E37578963}" srcOrd="6" destOrd="0" parTransId="{8FD5C08A-1F4E-456B-A4C4-A8273D0901B3}" sibTransId="{4EC02248-74A1-4D5C-BD43-B917A02091AA}"/>
    <dgm:cxn modelId="{D6ACD84B-30D1-427E-BF1E-5F8C15EC0922}" srcId="{56DCEE95-7BEC-4BB4-B45B-3164FE216CF3}" destId="{A40508D3-890E-4FC4-9C3D-275C183563F4}" srcOrd="0" destOrd="0" parTransId="{43AC99A6-AC8C-49AA-928B-2B50F48F1504}" sibTransId="{C193AC73-2F04-4AE8-887A-3D2495ECB59D}"/>
    <dgm:cxn modelId="{4E957177-409D-4744-A1E8-05CD8847FC6D}" type="presOf" srcId="{057D0AC7-4C87-45DC-A7CD-7E30041E6F77}" destId="{EE30CF58-B23B-47E9-815A-BE4C67DD0DF3}" srcOrd="0" destOrd="0" presId="urn:microsoft.com/office/officeart/2005/8/layout/vList2"/>
    <dgm:cxn modelId="{412B2E7E-E850-4D7B-8B37-5CAB23FA0832}" srcId="{56DCEE95-7BEC-4BB4-B45B-3164FE216CF3}" destId="{66D1D704-D852-4CC4-83A1-F279C7DA4835}" srcOrd="2" destOrd="0" parTransId="{87A9CAFD-7C9B-471B-94C6-1B295EE051C7}" sibTransId="{0259E75F-D868-4A10-AD7D-0286DC4C6B77}"/>
    <dgm:cxn modelId="{418C9599-DD24-42C5-9C10-F4866CFA5DCE}" srcId="{56DCEE95-7BEC-4BB4-B45B-3164FE216CF3}" destId="{F678D8B3-8EBB-4A7C-A823-5A0A304D2812}" srcOrd="1" destOrd="0" parTransId="{96CDA38A-00FB-414E-9BF0-8663006CEE3F}" sibTransId="{F4F56E8B-CB02-4E1A-891C-E086932D29BB}"/>
    <dgm:cxn modelId="{BCFAD59F-1286-480E-B547-68CE5285E4B3}" type="presOf" srcId="{66D1D704-D852-4CC4-83A1-F279C7DA4835}" destId="{61AE12FE-C470-445E-87B7-4E7F1F3F6E1D}" srcOrd="0" destOrd="0" presId="urn:microsoft.com/office/officeart/2005/8/layout/vList2"/>
    <dgm:cxn modelId="{74946BB9-1F2E-4124-A97C-41534D206D51}" type="presOf" srcId="{F678D8B3-8EBB-4A7C-A823-5A0A304D2812}" destId="{3B77D152-9599-4D87-94B9-2A2DD1B38E85}" srcOrd="0" destOrd="0" presId="urn:microsoft.com/office/officeart/2005/8/layout/vList2"/>
    <dgm:cxn modelId="{9ECA9CBC-4285-4749-BF13-D22DBCD3B024}" srcId="{56DCEE95-7BEC-4BB4-B45B-3164FE216CF3}" destId="{FA89D6A2-190A-4B92-B388-B128F39AF4F2}" srcOrd="4" destOrd="0" parTransId="{F1A325DC-5394-46D6-842B-818A5F3F4284}" sibTransId="{99FC567F-1456-4AB7-B854-39F71F5883A5}"/>
    <dgm:cxn modelId="{8CB6DADD-29FD-42D8-8E55-EBB88D562C6C}" type="presOf" srcId="{56DCEE95-7BEC-4BB4-B45B-3164FE216CF3}" destId="{F7819AA2-FE23-4B93-BC1D-1DDF2064ED0A}" srcOrd="0" destOrd="0" presId="urn:microsoft.com/office/officeart/2005/8/layout/vList2"/>
    <dgm:cxn modelId="{CF982CDF-B3A4-4663-BBF2-8A672F876E73}" type="presOf" srcId="{FA89D6A2-190A-4B92-B388-B128F39AF4F2}" destId="{6C55C6BA-93EF-4614-A050-A71200A2C4A8}" srcOrd="0" destOrd="0" presId="urn:microsoft.com/office/officeart/2005/8/layout/vList2"/>
    <dgm:cxn modelId="{3B2B5DE2-3392-4BE5-BE9C-AED7EB3BF465}" srcId="{56DCEE95-7BEC-4BB4-B45B-3164FE216CF3}" destId="{F09EC66C-2D0F-43EA-97A3-2B651C529A67}" srcOrd="3" destOrd="0" parTransId="{43983B18-28E6-4818-8A74-F4B8DF9907AE}" sibTransId="{EC9231CA-DBFC-4993-ADFC-6E22FD4035FB}"/>
    <dgm:cxn modelId="{7B87A4B7-FFC6-4C65-8ADE-54DE3D0D16E7}" type="presParOf" srcId="{F7819AA2-FE23-4B93-BC1D-1DDF2064ED0A}" destId="{F4EF09D5-9976-42FA-8903-88715A9770D1}" srcOrd="0" destOrd="0" presId="urn:microsoft.com/office/officeart/2005/8/layout/vList2"/>
    <dgm:cxn modelId="{5BF7ABB7-F47B-4D16-A8A1-4C989031482B}" type="presParOf" srcId="{F7819AA2-FE23-4B93-BC1D-1DDF2064ED0A}" destId="{2191EEF2-DBBF-4506-8AD8-332C79B40D03}" srcOrd="1" destOrd="0" presId="urn:microsoft.com/office/officeart/2005/8/layout/vList2"/>
    <dgm:cxn modelId="{2A7030EB-50CE-4091-ABAE-A49E2D7FC3CC}" type="presParOf" srcId="{F7819AA2-FE23-4B93-BC1D-1DDF2064ED0A}" destId="{3B77D152-9599-4D87-94B9-2A2DD1B38E85}" srcOrd="2" destOrd="0" presId="urn:microsoft.com/office/officeart/2005/8/layout/vList2"/>
    <dgm:cxn modelId="{EAF9A801-B9A4-4A6D-BD25-3E5AAA10A7DF}" type="presParOf" srcId="{F7819AA2-FE23-4B93-BC1D-1DDF2064ED0A}" destId="{F01F5177-B855-46AA-AE64-D0F5931D881A}" srcOrd="3" destOrd="0" presId="urn:microsoft.com/office/officeart/2005/8/layout/vList2"/>
    <dgm:cxn modelId="{AF8A3B61-59EC-4730-8178-5A3200E69F62}" type="presParOf" srcId="{F7819AA2-FE23-4B93-BC1D-1DDF2064ED0A}" destId="{61AE12FE-C470-445E-87B7-4E7F1F3F6E1D}" srcOrd="4" destOrd="0" presId="urn:microsoft.com/office/officeart/2005/8/layout/vList2"/>
    <dgm:cxn modelId="{A11A14CF-2C02-418B-B39C-7E41B9645156}" type="presParOf" srcId="{F7819AA2-FE23-4B93-BC1D-1DDF2064ED0A}" destId="{387371FA-68CE-47DD-B006-DBC0456C94B8}" srcOrd="5" destOrd="0" presId="urn:microsoft.com/office/officeart/2005/8/layout/vList2"/>
    <dgm:cxn modelId="{E9101F5E-CC6B-40FB-A6E2-20781F5F53C6}" type="presParOf" srcId="{F7819AA2-FE23-4B93-BC1D-1DDF2064ED0A}" destId="{1908CD0A-7B6F-4750-ACCC-DDCDD6EF2629}" srcOrd="6" destOrd="0" presId="urn:microsoft.com/office/officeart/2005/8/layout/vList2"/>
    <dgm:cxn modelId="{85D078E2-1001-405B-B4F5-8C26AC0AE73D}" type="presParOf" srcId="{F7819AA2-FE23-4B93-BC1D-1DDF2064ED0A}" destId="{331B5734-CA39-48D8-8609-34F1B2CDB536}" srcOrd="7" destOrd="0" presId="urn:microsoft.com/office/officeart/2005/8/layout/vList2"/>
    <dgm:cxn modelId="{FB25D45A-CFF3-463B-9B0F-2D4F0E7DE1D9}" type="presParOf" srcId="{F7819AA2-FE23-4B93-BC1D-1DDF2064ED0A}" destId="{6C55C6BA-93EF-4614-A050-A71200A2C4A8}" srcOrd="8" destOrd="0" presId="urn:microsoft.com/office/officeart/2005/8/layout/vList2"/>
    <dgm:cxn modelId="{2FBCC01F-8B18-4C3A-944D-0ED79D76A282}" type="presParOf" srcId="{F7819AA2-FE23-4B93-BC1D-1DDF2064ED0A}" destId="{1329A217-64B7-42D0-B514-8D551592653A}" srcOrd="9" destOrd="0" presId="urn:microsoft.com/office/officeart/2005/8/layout/vList2"/>
    <dgm:cxn modelId="{E1ECC03E-ACBC-4C7F-B12A-2F27FA0DA9FB}" type="presParOf" srcId="{F7819AA2-FE23-4B93-BC1D-1DDF2064ED0A}" destId="{EE30CF58-B23B-47E9-815A-BE4C67DD0DF3}" srcOrd="10" destOrd="0" presId="urn:microsoft.com/office/officeart/2005/8/layout/vList2"/>
    <dgm:cxn modelId="{6E11565D-083E-4595-99FF-CA3150D7B9C9}" type="presParOf" srcId="{F7819AA2-FE23-4B93-BC1D-1DDF2064ED0A}" destId="{09D80933-BDEB-4A6B-9C0B-EB9F6E61DE28}" srcOrd="11" destOrd="0" presId="urn:microsoft.com/office/officeart/2005/8/layout/vList2"/>
    <dgm:cxn modelId="{8DC628FF-E39B-4C28-B71A-82BFF99B58E8}" type="presParOf" srcId="{F7819AA2-FE23-4B93-BC1D-1DDF2064ED0A}" destId="{8E97B733-C1C4-4697-9C77-47ABE11EC690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F6C79D2-AB4A-4887-A909-F79888CD77DF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1D2467B-4BDB-44BF-9A73-BA228FF0E30D}">
      <dgm:prSet/>
      <dgm:spPr/>
      <dgm:t>
        <a:bodyPr/>
        <a:lstStyle/>
        <a:p>
          <a:r>
            <a:rPr lang="en-US"/>
            <a:t>Objectively measurable conditions for service</a:t>
          </a:r>
        </a:p>
      </dgm:t>
    </dgm:pt>
    <dgm:pt modelId="{DC9FDD26-8967-4F58-BF97-893EA6EB41A8}" type="parTrans" cxnId="{5D182AB3-1B18-4241-BB8E-9F036FCC8C3D}">
      <dgm:prSet/>
      <dgm:spPr/>
      <dgm:t>
        <a:bodyPr/>
        <a:lstStyle/>
        <a:p>
          <a:endParaRPr lang="en-US"/>
        </a:p>
      </dgm:t>
    </dgm:pt>
    <dgm:pt modelId="{D32F5CB4-32DA-4660-AF97-DB1B74564F45}" type="sibTrans" cxnId="{5D182AB3-1B18-4241-BB8E-9F036FCC8C3D}">
      <dgm:prSet/>
      <dgm:spPr/>
      <dgm:t>
        <a:bodyPr/>
        <a:lstStyle/>
        <a:p>
          <a:endParaRPr lang="en-US"/>
        </a:p>
      </dgm:t>
    </dgm:pt>
    <dgm:pt modelId="{54319281-17B6-4F21-ACCA-B641B08E4585}">
      <dgm:prSet/>
      <dgm:spPr/>
      <dgm:t>
        <a:bodyPr/>
        <a:lstStyle/>
        <a:p>
          <a:r>
            <a:rPr lang="en-US"/>
            <a:t>Encompasses multiple QoS parameters, i.e. availability, serviceability, billing, penalties, throughput, response time, etc.</a:t>
          </a:r>
        </a:p>
      </dgm:t>
    </dgm:pt>
    <dgm:pt modelId="{B2567A35-2FD8-4DB2-8CFB-4E5B9166A181}" type="parTrans" cxnId="{8855C501-DD07-4DE6-BD71-C6E5D1A7806F}">
      <dgm:prSet/>
      <dgm:spPr/>
      <dgm:t>
        <a:bodyPr/>
        <a:lstStyle/>
        <a:p>
          <a:endParaRPr lang="en-US"/>
        </a:p>
      </dgm:t>
    </dgm:pt>
    <dgm:pt modelId="{3076385C-A6F7-4D87-A7B3-F948505DBD63}" type="sibTrans" cxnId="{8855C501-DD07-4DE6-BD71-C6E5D1A7806F}">
      <dgm:prSet/>
      <dgm:spPr/>
      <dgm:t>
        <a:bodyPr/>
        <a:lstStyle/>
        <a:p>
          <a:endParaRPr lang="en-US"/>
        </a:p>
      </dgm:t>
    </dgm:pt>
    <dgm:pt modelId="{F55F904D-9FB5-45EB-8C60-FAD303B4EA4A}">
      <dgm:prSet/>
      <dgm:spPr/>
      <dgm:t>
        <a:bodyPr/>
        <a:lstStyle/>
        <a:p>
          <a:r>
            <a:rPr lang="en-US"/>
            <a:t>Example:</a:t>
          </a:r>
        </a:p>
      </dgm:t>
    </dgm:pt>
    <dgm:pt modelId="{53A20390-6AF2-40AE-ABDB-13A63586ED60}" type="parTrans" cxnId="{B9F2656E-06A2-4732-8D34-62500CD018D3}">
      <dgm:prSet/>
      <dgm:spPr/>
      <dgm:t>
        <a:bodyPr/>
        <a:lstStyle/>
        <a:p>
          <a:endParaRPr lang="en-US"/>
        </a:p>
      </dgm:t>
    </dgm:pt>
    <dgm:pt modelId="{E3BBBE50-D5E8-44C0-BF3F-FCAE2A33C7F1}" type="sibTrans" cxnId="{B9F2656E-06A2-4732-8D34-62500CD018D3}">
      <dgm:prSet/>
      <dgm:spPr/>
      <dgm:t>
        <a:bodyPr/>
        <a:lstStyle/>
        <a:p>
          <a:endParaRPr lang="en-US"/>
        </a:p>
      </dgm:t>
    </dgm:pt>
    <dgm:pt modelId="{C6A6E654-9D1F-4F3B-955D-4AFC672C0DBF}">
      <dgm:prSet/>
      <dgm:spPr/>
      <dgm:t>
        <a:bodyPr/>
        <a:lstStyle/>
        <a:p>
          <a:r>
            <a:rPr lang="en-US"/>
            <a:t>Availability of service X is "99.9%"</a:t>
          </a:r>
        </a:p>
      </dgm:t>
    </dgm:pt>
    <dgm:pt modelId="{9DCC6FD9-D614-45CE-9EEB-3F75765DBE80}" type="parTrans" cxnId="{15D9EE2D-50A7-40FB-A914-A5CDBA2B963F}">
      <dgm:prSet/>
      <dgm:spPr/>
      <dgm:t>
        <a:bodyPr/>
        <a:lstStyle/>
        <a:p>
          <a:endParaRPr lang="en-US"/>
        </a:p>
      </dgm:t>
    </dgm:pt>
    <dgm:pt modelId="{B8D6B1C1-1705-4B5B-AB59-687ABF4020C9}" type="sibTrans" cxnId="{15D9EE2D-50A7-40FB-A914-A5CDBA2B963F}">
      <dgm:prSet/>
      <dgm:spPr/>
      <dgm:t>
        <a:bodyPr/>
        <a:lstStyle/>
        <a:p>
          <a:endParaRPr lang="en-US"/>
        </a:p>
      </dgm:t>
    </dgm:pt>
    <dgm:pt modelId="{E1B2E46F-3CF6-4CF0-987E-E0037407F1C9}">
      <dgm:prSet/>
      <dgm:spPr/>
      <dgm:t>
        <a:bodyPr/>
        <a:lstStyle/>
        <a:p>
          <a:r>
            <a:rPr lang="en-US"/>
            <a:t>Response Time of database query Q is between 3 to 5 seconds</a:t>
          </a:r>
        </a:p>
      </dgm:t>
    </dgm:pt>
    <dgm:pt modelId="{B4968F41-AF3F-4EDD-B3E5-4F86ECF04B1B}" type="parTrans" cxnId="{A43997D1-C350-4E76-A44A-7DFC9731F480}">
      <dgm:prSet/>
      <dgm:spPr/>
      <dgm:t>
        <a:bodyPr/>
        <a:lstStyle/>
        <a:p>
          <a:endParaRPr lang="en-US"/>
        </a:p>
      </dgm:t>
    </dgm:pt>
    <dgm:pt modelId="{9DEFF324-BACF-47C7-A430-DAF284364463}" type="sibTrans" cxnId="{A43997D1-C350-4E76-A44A-7DFC9731F480}">
      <dgm:prSet/>
      <dgm:spPr/>
      <dgm:t>
        <a:bodyPr/>
        <a:lstStyle/>
        <a:p>
          <a:endParaRPr lang="en-US"/>
        </a:p>
      </dgm:t>
    </dgm:pt>
    <dgm:pt modelId="{6909FE18-E9D3-4DE0-B6F2-E652B852DF21}">
      <dgm:prSet/>
      <dgm:spPr/>
      <dgm:t>
        <a:bodyPr/>
        <a:lstStyle/>
        <a:p>
          <a:r>
            <a:rPr lang="en-US"/>
            <a:t>Throughput of a server S at peak load time is 0.875</a:t>
          </a:r>
        </a:p>
      </dgm:t>
    </dgm:pt>
    <dgm:pt modelId="{18A5D353-969A-4AB1-A69C-0C63E2243159}" type="parTrans" cxnId="{6DBCD94E-F1E2-49EB-9A8F-6E0E86C37D09}">
      <dgm:prSet/>
      <dgm:spPr/>
      <dgm:t>
        <a:bodyPr/>
        <a:lstStyle/>
        <a:p>
          <a:endParaRPr lang="en-US"/>
        </a:p>
      </dgm:t>
    </dgm:pt>
    <dgm:pt modelId="{FBAABA86-0D84-4B7F-872E-FB351A11B288}" type="sibTrans" cxnId="{6DBCD94E-F1E2-49EB-9A8F-6E0E86C37D09}">
      <dgm:prSet/>
      <dgm:spPr/>
      <dgm:t>
        <a:bodyPr/>
        <a:lstStyle/>
        <a:p>
          <a:endParaRPr lang="en-US"/>
        </a:p>
      </dgm:t>
    </dgm:pt>
    <dgm:pt modelId="{6E8837FF-FC8F-4606-BA30-4A547538438F}" type="pres">
      <dgm:prSet presAssocID="{CF6C79D2-AB4A-4887-A909-F79888CD77DF}" presName="Name0" presStyleCnt="0">
        <dgm:presLayoutVars>
          <dgm:dir/>
          <dgm:animLvl val="lvl"/>
          <dgm:resizeHandles val="exact"/>
        </dgm:presLayoutVars>
      </dgm:prSet>
      <dgm:spPr/>
    </dgm:pt>
    <dgm:pt modelId="{1B6A0D49-A175-4226-866D-E59496BDCD8B}" type="pres">
      <dgm:prSet presAssocID="{F55F904D-9FB5-45EB-8C60-FAD303B4EA4A}" presName="boxAndChildren" presStyleCnt="0"/>
      <dgm:spPr/>
    </dgm:pt>
    <dgm:pt modelId="{E0411EB1-061E-49EC-AE0D-A93A9D821B1D}" type="pres">
      <dgm:prSet presAssocID="{F55F904D-9FB5-45EB-8C60-FAD303B4EA4A}" presName="parentTextBox" presStyleLbl="node1" presStyleIdx="0" presStyleCnt="3"/>
      <dgm:spPr/>
    </dgm:pt>
    <dgm:pt modelId="{C30A7042-5FCA-4E43-91DF-A8B4AD43B2BD}" type="pres">
      <dgm:prSet presAssocID="{F55F904D-9FB5-45EB-8C60-FAD303B4EA4A}" presName="entireBox" presStyleLbl="node1" presStyleIdx="0" presStyleCnt="3"/>
      <dgm:spPr/>
    </dgm:pt>
    <dgm:pt modelId="{2A59E851-0DED-4902-9161-9A19EF4F6DC0}" type="pres">
      <dgm:prSet presAssocID="{F55F904D-9FB5-45EB-8C60-FAD303B4EA4A}" presName="descendantBox" presStyleCnt="0"/>
      <dgm:spPr/>
    </dgm:pt>
    <dgm:pt modelId="{A783B453-58E8-4C76-91F9-DBC8714DAA61}" type="pres">
      <dgm:prSet presAssocID="{C6A6E654-9D1F-4F3B-955D-4AFC672C0DBF}" presName="childTextBox" presStyleLbl="fgAccFollowNode1" presStyleIdx="0" presStyleCnt="3">
        <dgm:presLayoutVars>
          <dgm:bulletEnabled val="1"/>
        </dgm:presLayoutVars>
      </dgm:prSet>
      <dgm:spPr/>
    </dgm:pt>
    <dgm:pt modelId="{3B481677-6D63-4558-A1F7-7C61FB6BB400}" type="pres">
      <dgm:prSet presAssocID="{E1B2E46F-3CF6-4CF0-987E-E0037407F1C9}" presName="childTextBox" presStyleLbl="fgAccFollowNode1" presStyleIdx="1" presStyleCnt="3">
        <dgm:presLayoutVars>
          <dgm:bulletEnabled val="1"/>
        </dgm:presLayoutVars>
      </dgm:prSet>
      <dgm:spPr/>
    </dgm:pt>
    <dgm:pt modelId="{389D39E4-35E9-4CEB-9048-A694F137D199}" type="pres">
      <dgm:prSet presAssocID="{6909FE18-E9D3-4DE0-B6F2-E652B852DF21}" presName="childTextBox" presStyleLbl="fgAccFollowNode1" presStyleIdx="2" presStyleCnt="3">
        <dgm:presLayoutVars>
          <dgm:bulletEnabled val="1"/>
        </dgm:presLayoutVars>
      </dgm:prSet>
      <dgm:spPr/>
    </dgm:pt>
    <dgm:pt modelId="{9EEA2D4F-976A-4DE3-841D-E1F4B4429DBD}" type="pres">
      <dgm:prSet presAssocID="{3076385C-A6F7-4D87-A7B3-F948505DBD63}" presName="sp" presStyleCnt="0"/>
      <dgm:spPr/>
    </dgm:pt>
    <dgm:pt modelId="{9341DD11-ACDD-4E7D-88FD-FDD46F618ED1}" type="pres">
      <dgm:prSet presAssocID="{54319281-17B6-4F21-ACCA-B641B08E4585}" presName="arrowAndChildren" presStyleCnt="0"/>
      <dgm:spPr/>
    </dgm:pt>
    <dgm:pt modelId="{1351A262-9B7C-439F-A5FC-624FD88BB751}" type="pres">
      <dgm:prSet presAssocID="{54319281-17B6-4F21-ACCA-B641B08E4585}" presName="parentTextArrow" presStyleLbl="node1" presStyleIdx="1" presStyleCnt="3"/>
      <dgm:spPr/>
    </dgm:pt>
    <dgm:pt modelId="{DD41FEDD-6155-42F7-921A-E01C9B096B0D}" type="pres">
      <dgm:prSet presAssocID="{D32F5CB4-32DA-4660-AF97-DB1B74564F45}" presName="sp" presStyleCnt="0"/>
      <dgm:spPr/>
    </dgm:pt>
    <dgm:pt modelId="{76EA3846-A224-4BFC-8537-29FF79875B8D}" type="pres">
      <dgm:prSet presAssocID="{71D2467B-4BDB-44BF-9A73-BA228FF0E30D}" presName="arrowAndChildren" presStyleCnt="0"/>
      <dgm:spPr/>
    </dgm:pt>
    <dgm:pt modelId="{86279544-136B-4BF4-99BF-81AB3A863844}" type="pres">
      <dgm:prSet presAssocID="{71D2467B-4BDB-44BF-9A73-BA228FF0E30D}" presName="parentTextArrow" presStyleLbl="node1" presStyleIdx="2" presStyleCnt="3"/>
      <dgm:spPr/>
    </dgm:pt>
  </dgm:ptLst>
  <dgm:cxnLst>
    <dgm:cxn modelId="{8855C501-DD07-4DE6-BD71-C6E5D1A7806F}" srcId="{CF6C79D2-AB4A-4887-A909-F79888CD77DF}" destId="{54319281-17B6-4F21-ACCA-B641B08E4585}" srcOrd="1" destOrd="0" parTransId="{B2567A35-2FD8-4DB2-8CFB-4E5B9166A181}" sibTransId="{3076385C-A6F7-4D87-A7B3-F948505DBD63}"/>
    <dgm:cxn modelId="{15D9EE2D-50A7-40FB-A914-A5CDBA2B963F}" srcId="{F55F904D-9FB5-45EB-8C60-FAD303B4EA4A}" destId="{C6A6E654-9D1F-4F3B-955D-4AFC672C0DBF}" srcOrd="0" destOrd="0" parTransId="{9DCC6FD9-D614-45CE-9EEB-3F75765DBE80}" sibTransId="{B8D6B1C1-1705-4B5B-AB59-687ABF4020C9}"/>
    <dgm:cxn modelId="{0A874042-2EDB-4B32-9660-6A59D92E6918}" type="presOf" srcId="{F55F904D-9FB5-45EB-8C60-FAD303B4EA4A}" destId="{E0411EB1-061E-49EC-AE0D-A93A9D821B1D}" srcOrd="0" destOrd="0" presId="urn:microsoft.com/office/officeart/2005/8/layout/process4"/>
    <dgm:cxn modelId="{D2F26463-509B-4B5D-8990-15AD43067BD3}" type="presOf" srcId="{CF6C79D2-AB4A-4887-A909-F79888CD77DF}" destId="{6E8837FF-FC8F-4606-BA30-4A547538438F}" srcOrd="0" destOrd="0" presId="urn:microsoft.com/office/officeart/2005/8/layout/process4"/>
    <dgm:cxn modelId="{44D2BB45-64F6-4855-B02F-8598516B4C3F}" type="presOf" srcId="{54319281-17B6-4F21-ACCA-B641B08E4585}" destId="{1351A262-9B7C-439F-A5FC-624FD88BB751}" srcOrd="0" destOrd="0" presId="urn:microsoft.com/office/officeart/2005/8/layout/process4"/>
    <dgm:cxn modelId="{9EE0274B-9D1A-465D-83CF-CFCDFA91D6CE}" type="presOf" srcId="{F55F904D-9FB5-45EB-8C60-FAD303B4EA4A}" destId="{C30A7042-5FCA-4E43-91DF-A8B4AD43B2BD}" srcOrd="1" destOrd="0" presId="urn:microsoft.com/office/officeart/2005/8/layout/process4"/>
    <dgm:cxn modelId="{B9F2656E-06A2-4732-8D34-62500CD018D3}" srcId="{CF6C79D2-AB4A-4887-A909-F79888CD77DF}" destId="{F55F904D-9FB5-45EB-8C60-FAD303B4EA4A}" srcOrd="2" destOrd="0" parTransId="{53A20390-6AF2-40AE-ABDB-13A63586ED60}" sibTransId="{E3BBBE50-D5E8-44C0-BF3F-FCAE2A33C7F1}"/>
    <dgm:cxn modelId="{6DBCD94E-F1E2-49EB-9A8F-6E0E86C37D09}" srcId="{F55F904D-9FB5-45EB-8C60-FAD303B4EA4A}" destId="{6909FE18-E9D3-4DE0-B6F2-E652B852DF21}" srcOrd="2" destOrd="0" parTransId="{18A5D353-969A-4AB1-A69C-0C63E2243159}" sibTransId="{FBAABA86-0D84-4B7F-872E-FB351A11B288}"/>
    <dgm:cxn modelId="{DE436D55-B3AD-4966-A95D-403DABAE945A}" type="presOf" srcId="{71D2467B-4BDB-44BF-9A73-BA228FF0E30D}" destId="{86279544-136B-4BF4-99BF-81AB3A863844}" srcOrd="0" destOrd="0" presId="urn:microsoft.com/office/officeart/2005/8/layout/process4"/>
    <dgm:cxn modelId="{389FE093-5340-49B6-88A3-FEEC0E95AB3B}" type="presOf" srcId="{E1B2E46F-3CF6-4CF0-987E-E0037407F1C9}" destId="{3B481677-6D63-4558-A1F7-7C61FB6BB400}" srcOrd="0" destOrd="0" presId="urn:microsoft.com/office/officeart/2005/8/layout/process4"/>
    <dgm:cxn modelId="{5D182AB3-1B18-4241-BB8E-9F036FCC8C3D}" srcId="{CF6C79D2-AB4A-4887-A909-F79888CD77DF}" destId="{71D2467B-4BDB-44BF-9A73-BA228FF0E30D}" srcOrd="0" destOrd="0" parTransId="{DC9FDD26-8967-4F58-BF97-893EA6EB41A8}" sibTransId="{D32F5CB4-32DA-4660-AF97-DB1B74564F45}"/>
    <dgm:cxn modelId="{E76A0CCB-E64D-4F9D-A36E-57368CF3E582}" type="presOf" srcId="{6909FE18-E9D3-4DE0-B6F2-E652B852DF21}" destId="{389D39E4-35E9-4CEB-9048-A694F137D199}" srcOrd="0" destOrd="0" presId="urn:microsoft.com/office/officeart/2005/8/layout/process4"/>
    <dgm:cxn modelId="{A43997D1-C350-4E76-A44A-7DFC9731F480}" srcId="{F55F904D-9FB5-45EB-8C60-FAD303B4EA4A}" destId="{E1B2E46F-3CF6-4CF0-987E-E0037407F1C9}" srcOrd="1" destOrd="0" parTransId="{B4968F41-AF3F-4EDD-B3E5-4F86ECF04B1B}" sibTransId="{9DEFF324-BACF-47C7-A430-DAF284364463}"/>
    <dgm:cxn modelId="{03C49AEE-62B4-41D3-AA7A-111920CA091A}" type="presOf" srcId="{C6A6E654-9D1F-4F3B-955D-4AFC672C0DBF}" destId="{A783B453-58E8-4C76-91F9-DBC8714DAA61}" srcOrd="0" destOrd="0" presId="urn:microsoft.com/office/officeart/2005/8/layout/process4"/>
    <dgm:cxn modelId="{02EC5C56-80B1-4C39-A4AA-75583F351BF7}" type="presParOf" srcId="{6E8837FF-FC8F-4606-BA30-4A547538438F}" destId="{1B6A0D49-A175-4226-866D-E59496BDCD8B}" srcOrd="0" destOrd="0" presId="urn:microsoft.com/office/officeart/2005/8/layout/process4"/>
    <dgm:cxn modelId="{3589DD16-ADAB-4CFE-8255-F5BB2A11C378}" type="presParOf" srcId="{1B6A0D49-A175-4226-866D-E59496BDCD8B}" destId="{E0411EB1-061E-49EC-AE0D-A93A9D821B1D}" srcOrd="0" destOrd="0" presId="urn:microsoft.com/office/officeart/2005/8/layout/process4"/>
    <dgm:cxn modelId="{E9BEC95C-F95D-487B-BC89-8CBA8C36571E}" type="presParOf" srcId="{1B6A0D49-A175-4226-866D-E59496BDCD8B}" destId="{C30A7042-5FCA-4E43-91DF-A8B4AD43B2BD}" srcOrd="1" destOrd="0" presId="urn:microsoft.com/office/officeart/2005/8/layout/process4"/>
    <dgm:cxn modelId="{5CE783E6-2826-4931-8035-FD2F5FBE492B}" type="presParOf" srcId="{1B6A0D49-A175-4226-866D-E59496BDCD8B}" destId="{2A59E851-0DED-4902-9161-9A19EF4F6DC0}" srcOrd="2" destOrd="0" presId="urn:microsoft.com/office/officeart/2005/8/layout/process4"/>
    <dgm:cxn modelId="{CE7774E6-768F-47CA-A398-3FEAFE24B8E9}" type="presParOf" srcId="{2A59E851-0DED-4902-9161-9A19EF4F6DC0}" destId="{A783B453-58E8-4C76-91F9-DBC8714DAA61}" srcOrd="0" destOrd="0" presId="urn:microsoft.com/office/officeart/2005/8/layout/process4"/>
    <dgm:cxn modelId="{92DA2E97-23F8-40EC-90AE-C8483E5EBF3C}" type="presParOf" srcId="{2A59E851-0DED-4902-9161-9A19EF4F6DC0}" destId="{3B481677-6D63-4558-A1F7-7C61FB6BB400}" srcOrd="1" destOrd="0" presId="urn:microsoft.com/office/officeart/2005/8/layout/process4"/>
    <dgm:cxn modelId="{B586A0AE-8841-4799-B8C1-8BBA3BFA4848}" type="presParOf" srcId="{2A59E851-0DED-4902-9161-9A19EF4F6DC0}" destId="{389D39E4-35E9-4CEB-9048-A694F137D199}" srcOrd="2" destOrd="0" presId="urn:microsoft.com/office/officeart/2005/8/layout/process4"/>
    <dgm:cxn modelId="{FCFBC26F-1D82-4ACC-B1DE-94B6FEDC882C}" type="presParOf" srcId="{6E8837FF-FC8F-4606-BA30-4A547538438F}" destId="{9EEA2D4F-976A-4DE3-841D-E1F4B4429DBD}" srcOrd="1" destOrd="0" presId="urn:microsoft.com/office/officeart/2005/8/layout/process4"/>
    <dgm:cxn modelId="{C080DD10-3936-4EAE-BE93-9C35BABE75D6}" type="presParOf" srcId="{6E8837FF-FC8F-4606-BA30-4A547538438F}" destId="{9341DD11-ACDD-4E7D-88FD-FDD46F618ED1}" srcOrd="2" destOrd="0" presId="urn:microsoft.com/office/officeart/2005/8/layout/process4"/>
    <dgm:cxn modelId="{3D7B3EBC-8FF2-4B7B-A220-705DD2BB1FFA}" type="presParOf" srcId="{9341DD11-ACDD-4E7D-88FD-FDD46F618ED1}" destId="{1351A262-9B7C-439F-A5FC-624FD88BB751}" srcOrd="0" destOrd="0" presId="urn:microsoft.com/office/officeart/2005/8/layout/process4"/>
    <dgm:cxn modelId="{880C890B-3933-4CF6-BC2A-087FEAEE5209}" type="presParOf" srcId="{6E8837FF-FC8F-4606-BA30-4A547538438F}" destId="{DD41FEDD-6155-42F7-921A-E01C9B096B0D}" srcOrd="3" destOrd="0" presId="urn:microsoft.com/office/officeart/2005/8/layout/process4"/>
    <dgm:cxn modelId="{4E7C6C57-2EC7-4A9B-953A-B7B74FEABFCE}" type="presParOf" srcId="{6E8837FF-FC8F-4606-BA30-4A547538438F}" destId="{76EA3846-A224-4BFC-8537-29FF79875B8D}" srcOrd="4" destOrd="0" presId="urn:microsoft.com/office/officeart/2005/8/layout/process4"/>
    <dgm:cxn modelId="{BBFC48F4-D51B-4CF6-AEA4-C6EBED83D048}" type="presParOf" srcId="{76EA3846-A224-4BFC-8537-29FF79875B8D}" destId="{86279544-136B-4BF4-99BF-81AB3A86384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72D7C40-6C36-4892-B11C-9D106C3ADA1F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1C7B94F-A0C3-42F2-A11C-1E79BE5BE72D}">
      <dgm:prSet/>
      <dgm:spPr/>
      <dgm:t>
        <a:bodyPr/>
        <a:lstStyle/>
        <a:p>
          <a:r>
            <a:rPr lang="en-US"/>
            <a:t>Provider perspective:</a:t>
          </a:r>
        </a:p>
      </dgm:t>
    </dgm:pt>
    <dgm:pt modelId="{EBA3C1F9-9F2D-4F88-8134-AD8459B73416}" type="parTrans" cxnId="{CFACF2E3-3817-46A2-A5D3-535440B2F52E}">
      <dgm:prSet/>
      <dgm:spPr/>
      <dgm:t>
        <a:bodyPr/>
        <a:lstStyle/>
        <a:p>
          <a:endParaRPr lang="en-US"/>
        </a:p>
      </dgm:t>
    </dgm:pt>
    <dgm:pt modelId="{508BDEF7-E03B-4835-9823-04668FBFC481}" type="sibTrans" cxnId="{CFACF2E3-3817-46A2-A5D3-535440B2F52E}">
      <dgm:prSet/>
      <dgm:spPr/>
      <dgm:t>
        <a:bodyPr/>
        <a:lstStyle/>
        <a:p>
          <a:endParaRPr lang="en-US"/>
        </a:p>
      </dgm:t>
    </dgm:pt>
    <dgm:pt modelId="{FF4C1A47-9959-45DC-A263-B83FCCB7BDC4}">
      <dgm:prSet/>
      <dgm:spPr/>
      <dgm:t>
        <a:bodyPr/>
        <a:lstStyle/>
        <a:p>
          <a:r>
            <a:rPr lang="en-US"/>
            <a:t>Make decisions based on business objectives and technical 	realities</a:t>
          </a:r>
        </a:p>
      </dgm:t>
    </dgm:pt>
    <dgm:pt modelId="{91491FA1-8BDE-4936-93C0-1A06A96AFF26}" type="parTrans" cxnId="{6BB569AC-051F-4E88-8218-024575C469C3}">
      <dgm:prSet/>
      <dgm:spPr/>
      <dgm:t>
        <a:bodyPr/>
        <a:lstStyle/>
        <a:p>
          <a:endParaRPr lang="en-US"/>
        </a:p>
      </dgm:t>
    </dgm:pt>
    <dgm:pt modelId="{BEB8F87E-729C-4827-9026-AFA0025C83D9}" type="sibTrans" cxnId="{6BB569AC-051F-4E88-8218-024575C469C3}">
      <dgm:prSet/>
      <dgm:spPr/>
      <dgm:t>
        <a:bodyPr/>
        <a:lstStyle/>
        <a:p>
          <a:endParaRPr lang="en-US"/>
        </a:p>
      </dgm:t>
    </dgm:pt>
    <dgm:pt modelId="{98523C8F-C431-4473-B5FC-AE5742A91B61}">
      <dgm:prSet/>
      <dgm:spPr/>
      <dgm:t>
        <a:bodyPr/>
        <a:lstStyle/>
        <a:p>
          <a:r>
            <a:rPr lang="en-US"/>
            <a:t>Consumer perspective:</a:t>
          </a:r>
        </a:p>
      </dgm:t>
    </dgm:pt>
    <dgm:pt modelId="{D8666308-6D54-4CBA-8E4C-F624D3C931BC}" type="parTrans" cxnId="{22B84264-D1AE-4310-BEC4-8DAC8F8F1048}">
      <dgm:prSet/>
      <dgm:spPr/>
      <dgm:t>
        <a:bodyPr/>
        <a:lstStyle/>
        <a:p>
          <a:endParaRPr lang="en-US"/>
        </a:p>
      </dgm:t>
    </dgm:pt>
    <dgm:pt modelId="{C405628B-BCDC-4AAB-91BF-87593FE4A2F8}" type="sibTrans" cxnId="{22B84264-D1AE-4310-BEC4-8DAC8F8F1048}">
      <dgm:prSet/>
      <dgm:spPr/>
      <dgm:t>
        <a:bodyPr/>
        <a:lstStyle/>
        <a:p>
          <a:endParaRPr lang="en-US"/>
        </a:p>
      </dgm:t>
    </dgm:pt>
    <dgm:pt modelId="{59FCB2BD-2473-49CD-9835-8D0906E77C11}">
      <dgm:prSet/>
      <dgm:spPr/>
      <dgm:t>
        <a:bodyPr/>
        <a:lstStyle/>
        <a:p>
          <a:r>
            <a:rPr lang="en-US"/>
            <a:t>Decisions about how to use cloud services</a:t>
          </a:r>
        </a:p>
      </dgm:t>
    </dgm:pt>
    <dgm:pt modelId="{53403EE9-A2F9-4598-BE31-BD71EE2D22F1}" type="parTrans" cxnId="{DFB23FD8-5310-4D68-9627-490D09F35AA0}">
      <dgm:prSet/>
      <dgm:spPr/>
      <dgm:t>
        <a:bodyPr/>
        <a:lstStyle/>
        <a:p>
          <a:endParaRPr lang="en-US"/>
        </a:p>
      </dgm:t>
    </dgm:pt>
    <dgm:pt modelId="{E2B78FB7-8D1B-4C0F-BCA5-E7CC2C13DDB6}" type="sibTrans" cxnId="{DFB23FD8-5310-4D68-9627-490D09F35AA0}">
      <dgm:prSet/>
      <dgm:spPr/>
      <dgm:t>
        <a:bodyPr/>
        <a:lstStyle/>
        <a:p>
          <a:endParaRPr lang="en-US"/>
        </a:p>
      </dgm:t>
    </dgm:pt>
    <dgm:pt modelId="{79768EC6-1011-4AEB-9266-0EB057BBC420}" type="pres">
      <dgm:prSet presAssocID="{772D7C40-6C36-4892-B11C-9D106C3ADA1F}" presName="Name0" presStyleCnt="0">
        <dgm:presLayoutVars>
          <dgm:dir/>
          <dgm:animLvl val="lvl"/>
          <dgm:resizeHandles val="exact"/>
        </dgm:presLayoutVars>
      </dgm:prSet>
      <dgm:spPr/>
    </dgm:pt>
    <dgm:pt modelId="{2597FF91-F154-4272-B03B-51ED09D03EB1}" type="pres">
      <dgm:prSet presAssocID="{F1C7B94F-A0C3-42F2-A11C-1E79BE5BE72D}" presName="linNode" presStyleCnt="0"/>
      <dgm:spPr/>
    </dgm:pt>
    <dgm:pt modelId="{DF556C97-BA7B-4748-8B21-0C39CFAFD146}" type="pres">
      <dgm:prSet presAssocID="{F1C7B94F-A0C3-42F2-A11C-1E79BE5BE72D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AC062C39-3685-493A-AB7C-221D2EBD46C5}" type="pres">
      <dgm:prSet presAssocID="{F1C7B94F-A0C3-42F2-A11C-1E79BE5BE72D}" presName="descendantText" presStyleLbl="alignAccFollowNode1" presStyleIdx="0" presStyleCnt="2">
        <dgm:presLayoutVars>
          <dgm:bulletEnabled val="1"/>
        </dgm:presLayoutVars>
      </dgm:prSet>
      <dgm:spPr/>
    </dgm:pt>
    <dgm:pt modelId="{7677A670-788A-4AA1-8578-A17A76AA22B3}" type="pres">
      <dgm:prSet presAssocID="{508BDEF7-E03B-4835-9823-04668FBFC481}" presName="sp" presStyleCnt="0"/>
      <dgm:spPr/>
    </dgm:pt>
    <dgm:pt modelId="{87698CBE-0670-4B33-A69C-3510ECB732CF}" type="pres">
      <dgm:prSet presAssocID="{98523C8F-C431-4473-B5FC-AE5742A91B61}" presName="linNode" presStyleCnt="0"/>
      <dgm:spPr/>
    </dgm:pt>
    <dgm:pt modelId="{28EA21FC-2BF8-4351-81C4-23D1E6A4E1A0}" type="pres">
      <dgm:prSet presAssocID="{98523C8F-C431-4473-B5FC-AE5742A91B61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B119E9C5-D6B2-436F-A001-86FED4E171E5}" type="pres">
      <dgm:prSet presAssocID="{98523C8F-C431-4473-B5FC-AE5742A91B61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22B84264-D1AE-4310-BEC4-8DAC8F8F1048}" srcId="{772D7C40-6C36-4892-B11C-9D106C3ADA1F}" destId="{98523C8F-C431-4473-B5FC-AE5742A91B61}" srcOrd="1" destOrd="0" parTransId="{D8666308-6D54-4CBA-8E4C-F624D3C931BC}" sibTransId="{C405628B-BCDC-4AAB-91BF-87593FE4A2F8}"/>
    <dgm:cxn modelId="{A7B64068-6169-43A1-B2DB-AD79D4C5787C}" type="presOf" srcId="{98523C8F-C431-4473-B5FC-AE5742A91B61}" destId="{28EA21FC-2BF8-4351-81C4-23D1E6A4E1A0}" srcOrd="0" destOrd="0" presId="urn:microsoft.com/office/officeart/2005/8/layout/vList5"/>
    <dgm:cxn modelId="{2760D456-6DCB-4892-9F49-80715F5DA6F8}" type="presOf" srcId="{772D7C40-6C36-4892-B11C-9D106C3ADA1F}" destId="{79768EC6-1011-4AEB-9266-0EB057BBC420}" srcOrd="0" destOrd="0" presId="urn:microsoft.com/office/officeart/2005/8/layout/vList5"/>
    <dgm:cxn modelId="{3D376E8B-03C4-4AA0-941D-693B016BD9B1}" type="presOf" srcId="{59FCB2BD-2473-49CD-9835-8D0906E77C11}" destId="{B119E9C5-D6B2-436F-A001-86FED4E171E5}" srcOrd="0" destOrd="0" presId="urn:microsoft.com/office/officeart/2005/8/layout/vList5"/>
    <dgm:cxn modelId="{D394029C-B795-43D0-833C-75315E1E8562}" type="presOf" srcId="{FF4C1A47-9959-45DC-A263-B83FCCB7BDC4}" destId="{AC062C39-3685-493A-AB7C-221D2EBD46C5}" srcOrd="0" destOrd="0" presId="urn:microsoft.com/office/officeart/2005/8/layout/vList5"/>
    <dgm:cxn modelId="{6BB569AC-051F-4E88-8218-024575C469C3}" srcId="{F1C7B94F-A0C3-42F2-A11C-1E79BE5BE72D}" destId="{FF4C1A47-9959-45DC-A263-B83FCCB7BDC4}" srcOrd="0" destOrd="0" parTransId="{91491FA1-8BDE-4936-93C0-1A06A96AFF26}" sibTransId="{BEB8F87E-729C-4827-9026-AFA0025C83D9}"/>
    <dgm:cxn modelId="{DFB23FD8-5310-4D68-9627-490D09F35AA0}" srcId="{98523C8F-C431-4473-B5FC-AE5742A91B61}" destId="{59FCB2BD-2473-49CD-9835-8D0906E77C11}" srcOrd="0" destOrd="0" parTransId="{53403EE9-A2F9-4598-BE31-BD71EE2D22F1}" sibTransId="{E2B78FB7-8D1B-4C0F-BCA5-E7CC2C13DDB6}"/>
    <dgm:cxn modelId="{CFACF2E3-3817-46A2-A5D3-535440B2F52E}" srcId="{772D7C40-6C36-4892-B11C-9D106C3ADA1F}" destId="{F1C7B94F-A0C3-42F2-A11C-1E79BE5BE72D}" srcOrd="0" destOrd="0" parTransId="{EBA3C1F9-9F2D-4F88-8134-AD8459B73416}" sibTransId="{508BDEF7-E03B-4835-9823-04668FBFC481}"/>
    <dgm:cxn modelId="{CA0188F1-5723-4FA2-B3AA-CADA64BFF21C}" type="presOf" srcId="{F1C7B94F-A0C3-42F2-A11C-1E79BE5BE72D}" destId="{DF556C97-BA7B-4748-8B21-0C39CFAFD146}" srcOrd="0" destOrd="0" presId="urn:microsoft.com/office/officeart/2005/8/layout/vList5"/>
    <dgm:cxn modelId="{2AAEFD16-9166-4785-BEFB-02D9A82EACF8}" type="presParOf" srcId="{79768EC6-1011-4AEB-9266-0EB057BBC420}" destId="{2597FF91-F154-4272-B03B-51ED09D03EB1}" srcOrd="0" destOrd="0" presId="urn:microsoft.com/office/officeart/2005/8/layout/vList5"/>
    <dgm:cxn modelId="{31DEB341-0C51-4C63-A361-5525F9B1E8EE}" type="presParOf" srcId="{2597FF91-F154-4272-B03B-51ED09D03EB1}" destId="{DF556C97-BA7B-4748-8B21-0C39CFAFD146}" srcOrd="0" destOrd="0" presId="urn:microsoft.com/office/officeart/2005/8/layout/vList5"/>
    <dgm:cxn modelId="{89E3FFE6-A9AB-479D-9DF1-DC10B0C4FE23}" type="presParOf" srcId="{2597FF91-F154-4272-B03B-51ED09D03EB1}" destId="{AC062C39-3685-493A-AB7C-221D2EBD46C5}" srcOrd="1" destOrd="0" presId="urn:microsoft.com/office/officeart/2005/8/layout/vList5"/>
    <dgm:cxn modelId="{12689FD8-F114-49DD-AB78-5EBB7064C023}" type="presParOf" srcId="{79768EC6-1011-4AEB-9266-0EB057BBC420}" destId="{7677A670-788A-4AA1-8578-A17A76AA22B3}" srcOrd="1" destOrd="0" presId="urn:microsoft.com/office/officeart/2005/8/layout/vList5"/>
    <dgm:cxn modelId="{D8154A62-2AB1-433F-A318-FE60102B31A2}" type="presParOf" srcId="{79768EC6-1011-4AEB-9266-0EB057BBC420}" destId="{87698CBE-0670-4B33-A69C-3510ECB732CF}" srcOrd="2" destOrd="0" presId="urn:microsoft.com/office/officeart/2005/8/layout/vList5"/>
    <dgm:cxn modelId="{E2366422-BD23-4572-AF18-E967AE928762}" type="presParOf" srcId="{87698CBE-0670-4B33-A69C-3510ECB732CF}" destId="{28EA21FC-2BF8-4351-81C4-23D1E6A4E1A0}" srcOrd="0" destOrd="0" presId="urn:microsoft.com/office/officeart/2005/8/layout/vList5"/>
    <dgm:cxn modelId="{3D445C9C-177E-4508-91B7-9684518761FD}" type="presParOf" srcId="{87698CBE-0670-4B33-A69C-3510ECB732CF}" destId="{B119E9C5-D6B2-436F-A001-86FED4E171E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F4A5B1B-F30E-4FFB-9AAE-C790F0264B86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4773E13-1917-4814-A589-804837E8486E}">
      <dgm:prSet/>
      <dgm:spPr/>
      <dgm:t>
        <a:bodyPr/>
        <a:lstStyle/>
        <a:p>
          <a:r>
            <a:rPr lang="en-US"/>
            <a:t>Business Level Objectives:</a:t>
          </a:r>
        </a:p>
      </dgm:t>
    </dgm:pt>
    <dgm:pt modelId="{D2678BA5-135B-4414-AD60-8D794EA3BF62}" type="parTrans" cxnId="{AF71A822-6A58-4247-8D19-33388A025161}">
      <dgm:prSet/>
      <dgm:spPr/>
      <dgm:t>
        <a:bodyPr/>
        <a:lstStyle/>
        <a:p>
          <a:endParaRPr lang="en-US"/>
        </a:p>
      </dgm:t>
    </dgm:pt>
    <dgm:pt modelId="{6753F21F-1F79-469A-921B-319E1FA95E26}" type="sibTrans" cxnId="{AF71A822-6A58-4247-8D19-33388A025161}">
      <dgm:prSet/>
      <dgm:spPr/>
      <dgm:t>
        <a:bodyPr/>
        <a:lstStyle/>
        <a:p>
          <a:endParaRPr lang="en-US"/>
        </a:p>
      </dgm:t>
    </dgm:pt>
    <dgm:pt modelId="{3454F3AE-A5AD-40BC-9894-9DC1EDAB1837}">
      <dgm:prSet/>
      <dgm:spPr/>
      <dgm:t>
        <a:bodyPr/>
        <a:lstStyle/>
        <a:p>
          <a:r>
            <a:rPr lang="en-US"/>
            <a:t>Consumers know why using cloud and how to use cloud computing</a:t>
          </a:r>
        </a:p>
      </dgm:t>
    </dgm:pt>
    <dgm:pt modelId="{C575F304-6454-461C-9FCE-E58E3619E0B9}" type="parTrans" cxnId="{F9F9AEE9-BE66-41D2-B8DB-223481DBE581}">
      <dgm:prSet/>
      <dgm:spPr/>
      <dgm:t>
        <a:bodyPr/>
        <a:lstStyle/>
        <a:p>
          <a:endParaRPr lang="en-US"/>
        </a:p>
      </dgm:t>
    </dgm:pt>
    <dgm:pt modelId="{315BAF29-3354-467C-9E43-07B35E95B9E9}" type="sibTrans" cxnId="{F9F9AEE9-BE66-41D2-B8DB-223481DBE581}">
      <dgm:prSet/>
      <dgm:spPr/>
      <dgm:t>
        <a:bodyPr/>
        <a:lstStyle/>
        <a:p>
          <a:endParaRPr lang="en-US"/>
        </a:p>
      </dgm:t>
    </dgm:pt>
    <dgm:pt modelId="{3BE094DB-8699-480B-AF4B-764DEDBF3F55}">
      <dgm:prSet/>
      <dgm:spPr/>
      <dgm:t>
        <a:bodyPr/>
        <a:lstStyle/>
        <a:p>
          <a:r>
            <a:rPr lang="en-US"/>
            <a:t>Responsibilities of the Provider and Consumers:</a:t>
          </a:r>
        </a:p>
      </dgm:t>
    </dgm:pt>
    <dgm:pt modelId="{5E280004-3FE9-4200-AD13-49FC9BEE6D77}" type="parTrans" cxnId="{598812A7-554A-4A37-B083-C41A211534AA}">
      <dgm:prSet/>
      <dgm:spPr/>
      <dgm:t>
        <a:bodyPr/>
        <a:lstStyle/>
        <a:p>
          <a:endParaRPr lang="en-US"/>
        </a:p>
      </dgm:t>
    </dgm:pt>
    <dgm:pt modelId="{14ACA5B1-D6BE-46A6-961D-3E98FE716E92}" type="sibTrans" cxnId="{598812A7-554A-4A37-B083-C41A211534AA}">
      <dgm:prSet/>
      <dgm:spPr/>
      <dgm:t>
        <a:bodyPr/>
        <a:lstStyle/>
        <a:p>
          <a:endParaRPr lang="en-US"/>
        </a:p>
      </dgm:t>
    </dgm:pt>
    <dgm:pt modelId="{260477F8-1CA1-4481-A125-EEB2A313085D}">
      <dgm:prSet/>
      <dgm:spPr/>
      <dgm:t>
        <a:bodyPr/>
        <a:lstStyle/>
        <a:p>
          <a:r>
            <a:rPr lang="en-US"/>
            <a:t>Balancing both according to type of service</a:t>
          </a:r>
        </a:p>
      </dgm:t>
    </dgm:pt>
    <dgm:pt modelId="{19B4A349-74C0-42E6-976F-A4284BB394E6}" type="parTrans" cxnId="{916BA5A7-1D51-471D-97CC-CB99EE4CDA7D}">
      <dgm:prSet/>
      <dgm:spPr/>
      <dgm:t>
        <a:bodyPr/>
        <a:lstStyle/>
        <a:p>
          <a:endParaRPr lang="en-US"/>
        </a:p>
      </dgm:t>
    </dgm:pt>
    <dgm:pt modelId="{E0649A1E-D0DC-4941-ADA7-437FD9DF4E83}" type="sibTrans" cxnId="{916BA5A7-1D51-471D-97CC-CB99EE4CDA7D}">
      <dgm:prSet/>
      <dgm:spPr/>
      <dgm:t>
        <a:bodyPr/>
        <a:lstStyle/>
        <a:p>
          <a:endParaRPr lang="en-US"/>
        </a:p>
      </dgm:t>
    </dgm:pt>
    <dgm:pt modelId="{B7688117-EF1C-4E22-847D-5C89A6C0B364}">
      <dgm:prSet/>
      <dgm:spPr/>
      <dgm:t>
        <a:bodyPr/>
        <a:lstStyle/>
        <a:p>
          <a:r>
            <a:rPr lang="en-US"/>
            <a:t>Business Continuity and Disaster Recovery:</a:t>
          </a:r>
        </a:p>
      </dgm:t>
    </dgm:pt>
    <dgm:pt modelId="{C195B9F9-25EE-45CE-9E4C-06C237A60A7E}" type="parTrans" cxnId="{D46851F4-F8DE-4B30-A177-10358212D200}">
      <dgm:prSet/>
      <dgm:spPr/>
      <dgm:t>
        <a:bodyPr/>
        <a:lstStyle/>
        <a:p>
          <a:endParaRPr lang="en-US"/>
        </a:p>
      </dgm:t>
    </dgm:pt>
    <dgm:pt modelId="{717DF63C-57B4-4392-A211-F7F323DD227D}" type="sibTrans" cxnId="{D46851F4-F8DE-4B30-A177-10358212D200}">
      <dgm:prSet/>
      <dgm:spPr/>
      <dgm:t>
        <a:bodyPr/>
        <a:lstStyle/>
        <a:p>
          <a:endParaRPr lang="en-US"/>
        </a:p>
      </dgm:t>
    </dgm:pt>
    <dgm:pt modelId="{252FA511-3A78-4B72-8A3A-A89C3AA30298}">
      <dgm:prSet/>
      <dgm:spPr/>
      <dgm:t>
        <a:bodyPr/>
        <a:lstStyle/>
        <a:p>
          <a:r>
            <a:rPr lang="en-US"/>
            <a:t>Cloud provider have adequate protection in case disaster</a:t>
          </a:r>
        </a:p>
      </dgm:t>
    </dgm:pt>
    <dgm:pt modelId="{5E4B2B30-BCB6-403B-856B-C07011646690}" type="parTrans" cxnId="{A36D94B5-08D8-4282-B870-451B43D702F3}">
      <dgm:prSet/>
      <dgm:spPr/>
      <dgm:t>
        <a:bodyPr/>
        <a:lstStyle/>
        <a:p>
          <a:endParaRPr lang="en-US"/>
        </a:p>
      </dgm:t>
    </dgm:pt>
    <dgm:pt modelId="{8D5D943C-CB09-4300-B572-EB96F54BCFA5}" type="sibTrans" cxnId="{A36D94B5-08D8-4282-B870-451B43D702F3}">
      <dgm:prSet/>
      <dgm:spPr/>
      <dgm:t>
        <a:bodyPr/>
        <a:lstStyle/>
        <a:p>
          <a:endParaRPr lang="en-US"/>
        </a:p>
      </dgm:t>
    </dgm:pt>
    <dgm:pt modelId="{135CFA3E-F301-4930-AE0E-48EB415F9E1D}">
      <dgm:prSet/>
      <dgm:spPr/>
      <dgm:t>
        <a:bodyPr/>
        <a:lstStyle/>
        <a:p>
          <a:r>
            <a:rPr lang="en-US"/>
            <a:t>System Redundancy:</a:t>
          </a:r>
        </a:p>
      </dgm:t>
    </dgm:pt>
    <dgm:pt modelId="{9F217106-8B7B-47D1-A62F-073936C1E58C}" type="parTrans" cxnId="{97BCFEA0-C60F-419B-B6F3-C8003224C797}">
      <dgm:prSet/>
      <dgm:spPr/>
      <dgm:t>
        <a:bodyPr/>
        <a:lstStyle/>
        <a:p>
          <a:endParaRPr lang="en-US"/>
        </a:p>
      </dgm:t>
    </dgm:pt>
    <dgm:pt modelId="{1562C00D-6F83-4B77-BF80-8D9F4C3F5590}" type="sibTrans" cxnId="{97BCFEA0-C60F-419B-B6F3-C8003224C797}">
      <dgm:prSet/>
      <dgm:spPr/>
      <dgm:t>
        <a:bodyPr/>
        <a:lstStyle/>
        <a:p>
          <a:endParaRPr lang="en-US"/>
        </a:p>
      </dgm:t>
    </dgm:pt>
    <dgm:pt modelId="{E43471B1-A1E5-4211-A092-C3DFA647ED8B}">
      <dgm:prSet/>
      <dgm:spPr/>
      <dgm:t>
        <a:bodyPr/>
        <a:lstStyle/>
        <a:p>
          <a:r>
            <a:rPr lang="en-US"/>
            <a:t>Any failure (HDD, server, network, etc.) consumers will not experience any outages</a:t>
          </a:r>
        </a:p>
      </dgm:t>
    </dgm:pt>
    <dgm:pt modelId="{5D27C89B-BBB1-4B2D-B064-85C469B1468F}" type="parTrans" cxnId="{63D54045-6102-4CAB-90AA-51BA5B0AE98B}">
      <dgm:prSet/>
      <dgm:spPr/>
      <dgm:t>
        <a:bodyPr/>
        <a:lstStyle/>
        <a:p>
          <a:endParaRPr lang="en-US"/>
        </a:p>
      </dgm:t>
    </dgm:pt>
    <dgm:pt modelId="{94DDDB61-7B83-4494-ABBE-DD0267A09188}" type="sibTrans" cxnId="{63D54045-6102-4CAB-90AA-51BA5B0AE98B}">
      <dgm:prSet/>
      <dgm:spPr/>
      <dgm:t>
        <a:bodyPr/>
        <a:lstStyle/>
        <a:p>
          <a:endParaRPr lang="en-US"/>
        </a:p>
      </dgm:t>
    </dgm:pt>
    <dgm:pt modelId="{FEA2FC59-B421-4D3B-BF5A-BBD685F0287C}" type="pres">
      <dgm:prSet presAssocID="{EF4A5B1B-F30E-4FFB-9AAE-C790F0264B86}" presName="linear" presStyleCnt="0">
        <dgm:presLayoutVars>
          <dgm:animLvl val="lvl"/>
          <dgm:resizeHandles val="exact"/>
        </dgm:presLayoutVars>
      </dgm:prSet>
      <dgm:spPr/>
    </dgm:pt>
    <dgm:pt modelId="{9F6C8124-EBA0-4201-AC28-3F2F6D9B2F8D}" type="pres">
      <dgm:prSet presAssocID="{C4773E13-1917-4814-A589-804837E8486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241610F-7005-4940-8DF6-CAE39CD772A4}" type="pres">
      <dgm:prSet presAssocID="{C4773E13-1917-4814-A589-804837E8486E}" presName="childText" presStyleLbl="revTx" presStyleIdx="0" presStyleCnt="4">
        <dgm:presLayoutVars>
          <dgm:bulletEnabled val="1"/>
        </dgm:presLayoutVars>
      </dgm:prSet>
      <dgm:spPr/>
    </dgm:pt>
    <dgm:pt modelId="{1ADEBA3F-73DD-4FFE-9ED7-B92052F1F5D0}" type="pres">
      <dgm:prSet presAssocID="{3BE094DB-8699-480B-AF4B-764DEDBF3F5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8775987-9A38-45C5-9485-DC2D7FBBF818}" type="pres">
      <dgm:prSet presAssocID="{3BE094DB-8699-480B-AF4B-764DEDBF3F55}" presName="childText" presStyleLbl="revTx" presStyleIdx="1" presStyleCnt="4">
        <dgm:presLayoutVars>
          <dgm:bulletEnabled val="1"/>
        </dgm:presLayoutVars>
      </dgm:prSet>
      <dgm:spPr/>
    </dgm:pt>
    <dgm:pt modelId="{81A0C214-31BD-408D-8CA2-D2861CBF7469}" type="pres">
      <dgm:prSet presAssocID="{B7688117-EF1C-4E22-847D-5C89A6C0B36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8039301-C42F-403A-8E02-BC70AF09CB04}" type="pres">
      <dgm:prSet presAssocID="{B7688117-EF1C-4E22-847D-5C89A6C0B364}" presName="childText" presStyleLbl="revTx" presStyleIdx="2" presStyleCnt="4">
        <dgm:presLayoutVars>
          <dgm:bulletEnabled val="1"/>
        </dgm:presLayoutVars>
      </dgm:prSet>
      <dgm:spPr/>
    </dgm:pt>
    <dgm:pt modelId="{09E06135-9FDB-46A2-A381-B1D5CFA816AC}" type="pres">
      <dgm:prSet presAssocID="{135CFA3E-F301-4930-AE0E-48EB415F9E1D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C5E911E-9B24-4C29-B1D2-080451F09D42}" type="pres">
      <dgm:prSet presAssocID="{135CFA3E-F301-4930-AE0E-48EB415F9E1D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3FCDAC02-1DCD-4567-8FAC-BE84788F24EA}" type="presOf" srcId="{B7688117-EF1C-4E22-847D-5C89A6C0B364}" destId="{81A0C214-31BD-408D-8CA2-D2861CBF7469}" srcOrd="0" destOrd="0" presId="urn:microsoft.com/office/officeart/2005/8/layout/vList2"/>
    <dgm:cxn modelId="{ADE52A03-EE7E-4BD4-B56C-A6390DCF458C}" type="presOf" srcId="{260477F8-1CA1-4481-A125-EEB2A313085D}" destId="{38775987-9A38-45C5-9485-DC2D7FBBF818}" srcOrd="0" destOrd="0" presId="urn:microsoft.com/office/officeart/2005/8/layout/vList2"/>
    <dgm:cxn modelId="{1C578E18-2A3E-45EE-87CB-ED30DCED69C5}" type="presOf" srcId="{3454F3AE-A5AD-40BC-9894-9DC1EDAB1837}" destId="{A241610F-7005-4940-8DF6-CAE39CD772A4}" srcOrd="0" destOrd="0" presId="urn:microsoft.com/office/officeart/2005/8/layout/vList2"/>
    <dgm:cxn modelId="{AF71A822-6A58-4247-8D19-33388A025161}" srcId="{EF4A5B1B-F30E-4FFB-9AAE-C790F0264B86}" destId="{C4773E13-1917-4814-A589-804837E8486E}" srcOrd="0" destOrd="0" parTransId="{D2678BA5-135B-4414-AD60-8D794EA3BF62}" sibTransId="{6753F21F-1F79-469A-921B-319E1FA95E26}"/>
    <dgm:cxn modelId="{5E94B635-A069-4C5A-8553-F2A9E07AE8DB}" type="presOf" srcId="{252FA511-3A78-4B72-8A3A-A89C3AA30298}" destId="{18039301-C42F-403A-8E02-BC70AF09CB04}" srcOrd="0" destOrd="0" presId="urn:microsoft.com/office/officeart/2005/8/layout/vList2"/>
    <dgm:cxn modelId="{63D54045-6102-4CAB-90AA-51BA5B0AE98B}" srcId="{135CFA3E-F301-4930-AE0E-48EB415F9E1D}" destId="{E43471B1-A1E5-4211-A092-C3DFA647ED8B}" srcOrd="0" destOrd="0" parTransId="{5D27C89B-BBB1-4B2D-B064-85C469B1468F}" sibTransId="{94DDDB61-7B83-4494-ABBE-DD0267A09188}"/>
    <dgm:cxn modelId="{B2FF2956-C266-4FC8-9AE6-6B5D16023D5C}" type="presOf" srcId="{135CFA3E-F301-4930-AE0E-48EB415F9E1D}" destId="{09E06135-9FDB-46A2-A381-B1D5CFA816AC}" srcOrd="0" destOrd="0" presId="urn:microsoft.com/office/officeart/2005/8/layout/vList2"/>
    <dgm:cxn modelId="{5A34239A-D3C1-4DB4-A07B-494BD1F7EE85}" type="presOf" srcId="{E43471B1-A1E5-4211-A092-C3DFA647ED8B}" destId="{4C5E911E-9B24-4C29-B1D2-080451F09D42}" srcOrd="0" destOrd="0" presId="urn:microsoft.com/office/officeart/2005/8/layout/vList2"/>
    <dgm:cxn modelId="{97BCFEA0-C60F-419B-B6F3-C8003224C797}" srcId="{EF4A5B1B-F30E-4FFB-9AAE-C790F0264B86}" destId="{135CFA3E-F301-4930-AE0E-48EB415F9E1D}" srcOrd="3" destOrd="0" parTransId="{9F217106-8B7B-47D1-A62F-073936C1E58C}" sibTransId="{1562C00D-6F83-4B77-BF80-8D9F4C3F5590}"/>
    <dgm:cxn modelId="{598812A7-554A-4A37-B083-C41A211534AA}" srcId="{EF4A5B1B-F30E-4FFB-9AAE-C790F0264B86}" destId="{3BE094DB-8699-480B-AF4B-764DEDBF3F55}" srcOrd="1" destOrd="0" parTransId="{5E280004-3FE9-4200-AD13-49FC9BEE6D77}" sibTransId="{14ACA5B1-D6BE-46A6-961D-3E98FE716E92}"/>
    <dgm:cxn modelId="{916BA5A7-1D51-471D-97CC-CB99EE4CDA7D}" srcId="{3BE094DB-8699-480B-AF4B-764DEDBF3F55}" destId="{260477F8-1CA1-4481-A125-EEB2A313085D}" srcOrd="0" destOrd="0" parTransId="{19B4A349-74C0-42E6-976F-A4284BB394E6}" sibTransId="{E0649A1E-D0DC-4941-ADA7-437FD9DF4E83}"/>
    <dgm:cxn modelId="{A36D94B5-08D8-4282-B870-451B43D702F3}" srcId="{B7688117-EF1C-4E22-847D-5C89A6C0B364}" destId="{252FA511-3A78-4B72-8A3A-A89C3AA30298}" srcOrd="0" destOrd="0" parTransId="{5E4B2B30-BCB6-403B-856B-C07011646690}" sibTransId="{8D5D943C-CB09-4300-B572-EB96F54BCFA5}"/>
    <dgm:cxn modelId="{136E26BC-954B-4E5B-AD0F-DF0EA03B3BFC}" type="presOf" srcId="{EF4A5B1B-F30E-4FFB-9AAE-C790F0264B86}" destId="{FEA2FC59-B421-4D3B-BF5A-BBD685F0287C}" srcOrd="0" destOrd="0" presId="urn:microsoft.com/office/officeart/2005/8/layout/vList2"/>
    <dgm:cxn modelId="{7DE895C5-CB24-4C8E-B068-45FEB9AD418B}" type="presOf" srcId="{C4773E13-1917-4814-A589-804837E8486E}" destId="{9F6C8124-EBA0-4201-AC28-3F2F6D9B2F8D}" srcOrd="0" destOrd="0" presId="urn:microsoft.com/office/officeart/2005/8/layout/vList2"/>
    <dgm:cxn modelId="{F9F9AEE9-BE66-41D2-B8DB-223481DBE581}" srcId="{C4773E13-1917-4814-A589-804837E8486E}" destId="{3454F3AE-A5AD-40BC-9894-9DC1EDAB1837}" srcOrd="0" destOrd="0" parTransId="{C575F304-6454-461C-9FCE-E58E3619E0B9}" sibTransId="{315BAF29-3354-467C-9E43-07B35E95B9E9}"/>
    <dgm:cxn modelId="{58BE25EC-6790-4C9C-89B4-B67420FDE324}" type="presOf" srcId="{3BE094DB-8699-480B-AF4B-764DEDBF3F55}" destId="{1ADEBA3F-73DD-4FFE-9ED7-B92052F1F5D0}" srcOrd="0" destOrd="0" presId="urn:microsoft.com/office/officeart/2005/8/layout/vList2"/>
    <dgm:cxn modelId="{D46851F4-F8DE-4B30-A177-10358212D200}" srcId="{EF4A5B1B-F30E-4FFB-9AAE-C790F0264B86}" destId="{B7688117-EF1C-4E22-847D-5C89A6C0B364}" srcOrd="2" destOrd="0" parTransId="{C195B9F9-25EE-45CE-9E4C-06C237A60A7E}" sibTransId="{717DF63C-57B4-4392-A211-F7F323DD227D}"/>
    <dgm:cxn modelId="{9DA639BC-DDD2-420E-A666-49931C4B5B36}" type="presParOf" srcId="{FEA2FC59-B421-4D3B-BF5A-BBD685F0287C}" destId="{9F6C8124-EBA0-4201-AC28-3F2F6D9B2F8D}" srcOrd="0" destOrd="0" presId="urn:microsoft.com/office/officeart/2005/8/layout/vList2"/>
    <dgm:cxn modelId="{07E23993-EDEC-4313-B62B-A6094F5E1AD5}" type="presParOf" srcId="{FEA2FC59-B421-4D3B-BF5A-BBD685F0287C}" destId="{A241610F-7005-4940-8DF6-CAE39CD772A4}" srcOrd="1" destOrd="0" presId="urn:microsoft.com/office/officeart/2005/8/layout/vList2"/>
    <dgm:cxn modelId="{FD9C3406-BEAE-496F-B7B3-661479160D92}" type="presParOf" srcId="{FEA2FC59-B421-4D3B-BF5A-BBD685F0287C}" destId="{1ADEBA3F-73DD-4FFE-9ED7-B92052F1F5D0}" srcOrd="2" destOrd="0" presId="urn:microsoft.com/office/officeart/2005/8/layout/vList2"/>
    <dgm:cxn modelId="{57947390-185C-40F1-8DA5-D5849731213D}" type="presParOf" srcId="{FEA2FC59-B421-4D3B-BF5A-BBD685F0287C}" destId="{38775987-9A38-45C5-9485-DC2D7FBBF818}" srcOrd="3" destOrd="0" presId="urn:microsoft.com/office/officeart/2005/8/layout/vList2"/>
    <dgm:cxn modelId="{78A21A3E-7A9F-4F7C-BBC7-F189B13A2560}" type="presParOf" srcId="{FEA2FC59-B421-4D3B-BF5A-BBD685F0287C}" destId="{81A0C214-31BD-408D-8CA2-D2861CBF7469}" srcOrd="4" destOrd="0" presId="urn:microsoft.com/office/officeart/2005/8/layout/vList2"/>
    <dgm:cxn modelId="{572C984A-E0FE-4E41-AF7C-263C820FDB3C}" type="presParOf" srcId="{FEA2FC59-B421-4D3B-BF5A-BBD685F0287C}" destId="{18039301-C42F-403A-8E02-BC70AF09CB04}" srcOrd="5" destOrd="0" presId="urn:microsoft.com/office/officeart/2005/8/layout/vList2"/>
    <dgm:cxn modelId="{255A921D-C052-492C-8496-F22A91C111AC}" type="presParOf" srcId="{FEA2FC59-B421-4D3B-BF5A-BBD685F0287C}" destId="{09E06135-9FDB-46A2-A381-B1D5CFA816AC}" srcOrd="6" destOrd="0" presId="urn:microsoft.com/office/officeart/2005/8/layout/vList2"/>
    <dgm:cxn modelId="{882185CA-D525-4FB7-98CC-26597DB4B92E}" type="presParOf" srcId="{FEA2FC59-B421-4D3B-BF5A-BBD685F0287C}" destId="{4C5E911E-9B24-4C29-B1D2-080451F09D42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49F2211-5953-4AC5-A878-3DDB73C8662E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5F5D655-2529-4A93-A4C6-1839AE7E43E2}">
      <dgm:prSet/>
      <dgm:spPr/>
      <dgm:t>
        <a:bodyPr/>
        <a:lstStyle/>
        <a:p>
          <a:pPr>
            <a:defRPr b="1"/>
          </a:pPr>
          <a:r>
            <a:rPr lang="en-US"/>
            <a:t>Maintenance:</a:t>
          </a:r>
        </a:p>
      </dgm:t>
    </dgm:pt>
    <dgm:pt modelId="{BE524AF6-1DF0-4604-874D-38E2E0D0C007}" type="parTrans" cxnId="{239B4E00-6E9E-426F-91EA-727B8288EEED}">
      <dgm:prSet/>
      <dgm:spPr/>
      <dgm:t>
        <a:bodyPr/>
        <a:lstStyle/>
        <a:p>
          <a:endParaRPr lang="en-US"/>
        </a:p>
      </dgm:t>
    </dgm:pt>
    <dgm:pt modelId="{EF346656-02F8-437B-9277-082B83924ECB}" type="sibTrans" cxnId="{239B4E00-6E9E-426F-91EA-727B8288EEED}">
      <dgm:prSet/>
      <dgm:spPr/>
      <dgm:t>
        <a:bodyPr/>
        <a:lstStyle/>
        <a:p>
          <a:endParaRPr lang="en-US"/>
        </a:p>
      </dgm:t>
    </dgm:pt>
    <dgm:pt modelId="{36453921-E52B-4D33-85A6-0BCAF740C058}">
      <dgm:prSet/>
      <dgm:spPr/>
      <dgm:t>
        <a:bodyPr/>
        <a:lstStyle/>
        <a:p>
          <a:r>
            <a:rPr lang="en-US"/>
            <a:t>Maintenance of infrastructure affects services</a:t>
          </a:r>
        </a:p>
      </dgm:t>
    </dgm:pt>
    <dgm:pt modelId="{811BD7D6-D3DA-4806-9176-E2EDCF29B611}" type="parTrans" cxnId="{84BF2E75-54C1-4D3F-A74D-9AD9BE270E38}">
      <dgm:prSet/>
      <dgm:spPr/>
      <dgm:t>
        <a:bodyPr/>
        <a:lstStyle/>
        <a:p>
          <a:endParaRPr lang="en-US"/>
        </a:p>
      </dgm:t>
    </dgm:pt>
    <dgm:pt modelId="{D25AC9E0-75BA-4217-9881-1786187E6265}" type="sibTrans" cxnId="{84BF2E75-54C1-4D3F-A74D-9AD9BE270E38}">
      <dgm:prSet/>
      <dgm:spPr/>
      <dgm:t>
        <a:bodyPr/>
        <a:lstStyle/>
        <a:p>
          <a:endParaRPr lang="en-US"/>
        </a:p>
      </dgm:t>
    </dgm:pt>
    <dgm:pt modelId="{0B7A2C95-6437-4EFB-A4FC-4258AE2ED11C}">
      <dgm:prSet/>
      <dgm:spPr/>
      <dgm:t>
        <a:bodyPr/>
        <a:lstStyle/>
        <a:p>
          <a:pPr>
            <a:defRPr b="1"/>
          </a:pPr>
          <a:r>
            <a:rPr lang="en-US"/>
            <a:t>Failure of the provider:</a:t>
          </a:r>
        </a:p>
      </dgm:t>
    </dgm:pt>
    <dgm:pt modelId="{31993A7B-3A7D-4269-AE44-52DFB4AE5578}" type="parTrans" cxnId="{8A444FEC-CE0D-43E2-9362-588370EF063A}">
      <dgm:prSet/>
      <dgm:spPr/>
      <dgm:t>
        <a:bodyPr/>
        <a:lstStyle/>
        <a:p>
          <a:endParaRPr lang="en-US"/>
        </a:p>
      </dgm:t>
    </dgm:pt>
    <dgm:pt modelId="{8850B9C3-3C54-44C6-A937-A1E94ECA9A73}" type="sibTrans" cxnId="{8A444FEC-CE0D-43E2-9362-588370EF063A}">
      <dgm:prSet/>
      <dgm:spPr/>
      <dgm:t>
        <a:bodyPr/>
        <a:lstStyle/>
        <a:p>
          <a:endParaRPr lang="en-US"/>
        </a:p>
      </dgm:t>
    </dgm:pt>
    <dgm:pt modelId="{C814958D-51B6-4D53-B4D2-F17BB5E3AB40}">
      <dgm:prSet/>
      <dgm:spPr/>
      <dgm:t>
        <a:bodyPr/>
        <a:lstStyle/>
        <a:p>
          <a:r>
            <a:rPr lang="en-US"/>
            <a:t>Financial health of provider and contingency plans</a:t>
          </a:r>
        </a:p>
      </dgm:t>
    </dgm:pt>
    <dgm:pt modelId="{A038815D-7A0B-4AFD-9121-9FC7D4FAD5F8}" type="parTrans" cxnId="{FB6C93DD-9AB4-44DC-A5B7-74ED6EF6DD5C}">
      <dgm:prSet/>
      <dgm:spPr/>
      <dgm:t>
        <a:bodyPr/>
        <a:lstStyle/>
        <a:p>
          <a:endParaRPr lang="en-US"/>
        </a:p>
      </dgm:t>
    </dgm:pt>
    <dgm:pt modelId="{78F08746-C4AE-48DF-9317-A2C2BE4CEE24}" type="sibTrans" cxnId="{FB6C93DD-9AB4-44DC-A5B7-74ED6EF6DD5C}">
      <dgm:prSet/>
      <dgm:spPr/>
      <dgm:t>
        <a:bodyPr/>
        <a:lstStyle/>
        <a:p>
          <a:endParaRPr lang="en-US"/>
        </a:p>
      </dgm:t>
    </dgm:pt>
    <dgm:pt modelId="{B10B195C-6297-4E59-8797-822ED1D46DFC}">
      <dgm:prSet/>
      <dgm:spPr/>
      <dgm:t>
        <a:bodyPr/>
        <a:lstStyle/>
        <a:p>
          <a:pPr>
            <a:defRPr b="1"/>
          </a:pPr>
          <a:r>
            <a:rPr lang="en-US"/>
            <a:t>Jurisdiction:</a:t>
          </a:r>
        </a:p>
      </dgm:t>
    </dgm:pt>
    <dgm:pt modelId="{06D61038-0462-4D9C-AD48-85CBF8B61A8A}" type="parTrans" cxnId="{50BFAF0A-E654-4685-8FC3-723F777A93E0}">
      <dgm:prSet/>
      <dgm:spPr/>
      <dgm:t>
        <a:bodyPr/>
        <a:lstStyle/>
        <a:p>
          <a:endParaRPr lang="en-US"/>
        </a:p>
      </dgm:t>
    </dgm:pt>
    <dgm:pt modelId="{51980425-F9C4-4025-994A-FB73A573EE65}" type="sibTrans" cxnId="{50BFAF0A-E654-4685-8FC3-723F777A93E0}">
      <dgm:prSet/>
      <dgm:spPr/>
      <dgm:t>
        <a:bodyPr/>
        <a:lstStyle/>
        <a:p>
          <a:endParaRPr lang="en-US"/>
        </a:p>
      </dgm:t>
    </dgm:pt>
    <dgm:pt modelId="{5F7CB761-B62B-49FB-B5FA-18F0A1840D13}">
      <dgm:prSet/>
      <dgm:spPr/>
      <dgm:t>
        <a:bodyPr/>
        <a:lstStyle/>
        <a:p>
          <a:r>
            <a:rPr lang="en-US"/>
            <a:t>Understand laws that apply to any cloud provider</a:t>
          </a:r>
        </a:p>
      </dgm:t>
    </dgm:pt>
    <dgm:pt modelId="{3DD2DC86-681D-4296-964F-F34F3E837317}" type="parTrans" cxnId="{8B079AC9-4EDE-4E45-9545-36A7E8BE2CAD}">
      <dgm:prSet/>
      <dgm:spPr/>
      <dgm:t>
        <a:bodyPr/>
        <a:lstStyle/>
        <a:p>
          <a:endParaRPr lang="en-US"/>
        </a:p>
      </dgm:t>
    </dgm:pt>
    <dgm:pt modelId="{33975800-3B6C-473F-B226-6079173AE3E2}" type="sibTrans" cxnId="{8B079AC9-4EDE-4E45-9545-36A7E8BE2CAD}">
      <dgm:prSet/>
      <dgm:spPr/>
      <dgm:t>
        <a:bodyPr/>
        <a:lstStyle/>
        <a:p>
          <a:endParaRPr lang="en-US"/>
        </a:p>
      </dgm:t>
    </dgm:pt>
    <dgm:pt modelId="{6F167030-27CC-4E3D-8B72-1E9651912802}" type="pres">
      <dgm:prSet presAssocID="{B49F2211-5953-4AC5-A878-3DDB73C8662E}" presName="root" presStyleCnt="0">
        <dgm:presLayoutVars>
          <dgm:dir/>
          <dgm:resizeHandles val="exact"/>
        </dgm:presLayoutVars>
      </dgm:prSet>
      <dgm:spPr/>
    </dgm:pt>
    <dgm:pt modelId="{FEEE81AB-6E5B-4341-98F2-A658F50619BF}" type="pres">
      <dgm:prSet presAssocID="{A5F5D655-2529-4A93-A4C6-1839AE7E43E2}" presName="compNode" presStyleCnt="0"/>
      <dgm:spPr/>
    </dgm:pt>
    <dgm:pt modelId="{85E7D76A-C4E9-40D2-8FAC-92225F005AB4}" type="pres">
      <dgm:prSet presAssocID="{A5F5D655-2529-4A93-A4C6-1839AE7E43E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EA46DCD7-3807-44A9-A59B-69AA36628E6D}" type="pres">
      <dgm:prSet presAssocID="{A5F5D655-2529-4A93-A4C6-1839AE7E43E2}" presName="iconSpace" presStyleCnt="0"/>
      <dgm:spPr/>
    </dgm:pt>
    <dgm:pt modelId="{9B3A1A4F-8A2D-4ED0-AD18-1781025C5D90}" type="pres">
      <dgm:prSet presAssocID="{A5F5D655-2529-4A93-A4C6-1839AE7E43E2}" presName="parTx" presStyleLbl="revTx" presStyleIdx="0" presStyleCnt="6">
        <dgm:presLayoutVars>
          <dgm:chMax val="0"/>
          <dgm:chPref val="0"/>
        </dgm:presLayoutVars>
      </dgm:prSet>
      <dgm:spPr/>
    </dgm:pt>
    <dgm:pt modelId="{9C1F4FCC-926E-458F-8C59-56C7BB97F0F1}" type="pres">
      <dgm:prSet presAssocID="{A5F5D655-2529-4A93-A4C6-1839AE7E43E2}" presName="txSpace" presStyleCnt="0"/>
      <dgm:spPr/>
    </dgm:pt>
    <dgm:pt modelId="{9510B9DB-2BEF-4438-A052-659391DCCA58}" type="pres">
      <dgm:prSet presAssocID="{A5F5D655-2529-4A93-A4C6-1839AE7E43E2}" presName="desTx" presStyleLbl="revTx" presStyleIdx="1" presStyleCnt="6">
        <dgm:presLayoutVars/>
      </dgm:prSet>
      <dgm:spPr/>
    </dgm:pt>
    <dgm:pt modelId="{ACAC734E-AA7A-47EB-A508-94CA52297998}" type="pres">
      <dgm:prSet presAssocID="{EF346656-02F8-437B-9277-082B83924ECB}" presName="sibTrans" presStyleCnt="0"/>
      <dgm:spPr/>
    </dgm:pt>
    <dgm:pt modelId="{455E5C4B-7DF0-43F6-9790-1D2E9A0563AB}" type="pres">
      <dgm:prSet presAssocID="{0B7A2C95-6437-4EFB-A4FC-4258AE2ED11C}" presName="compNode" presStyleCnt="0"/>
      <dgm:spPr/>
    </dgm:pt>
    <dgm:pt modelId="{0B5A9385-ED50-4A14-9833-36F015BE5A14}" type="pres">
      <dgm:prSet presAssocID="{0B7A2C95-6437-4EFB-A4FC-4258AE2ED11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A0D64A89-D050-47D4-9DCD-53AD34E35562}" type="pres">
      <dgm:prSet presAssocID="{0B7A2C95-6437-4EFB-A4FC-4258AE2ED11C}" presName="iconSpace" presStyleCnt="0"/>
      <dgm:spPr/>
    </dgm:pt>
    <dgm:pt modelId="{2A04A7BD-5CC5-4CF2-B81C-54E48C904FF6}" type="pres">
      <dgm:prSet presAssocID="{0B7A2C95-6437-4EFB-A4FC-4258AE2ED11C}" presName="parTx" presStyleLbl="revTx" presStyleIdx="2" presStyleCnt="6">
        <dgm:presLayoutVars>
          <dgm:chMax val="0"/>
          <dgm:chPref val="0"/>
        </dgm:presLayoutVars>
      </dgm:prSet>
      <dgm:spPr/>
    </dgm:pt>
    <dgm:pt modelId="{90893380-741C-49A9-9A2F-6D40B73D5FDA}" type="pres">
      <dgm:prSet presAssocID="{0B7A2C95-6437-4EFB-A4FC-4258AE2ED11C}" presName="txSpace" presStyleCnt="0"/>
      <dgm:spPr/>
    </dgm:pt>
    <dgm:pt modelId="{21040A95-F241-4A74-99C8-E390123CDB66}" type="pres">
      <dgm:prSet presAssocID="{0B7A2C95-6437-4EFB-A4FC-4258AE2ED11C}" presName="desTx" presStyleLbl="revTx" presStyleIdx="3" presStyleCnt="6">
        <dgm:presLayoutVars/>
      </dgm:prSet>
      <dgm:spPr/>
    </dgm:pt>
    <dgm:pt modelId="{F376E246-0499-45AC-B96E-3128D5119A9B}" type="pres">
      <dgm:prSet presAssocID="{8850B9C3-3C54-44C6-A937-A1E94ECA9A73}" presName="sibTrans" presStyleCnt="0"/>
      <dgm:spPr/>
    </dgm:pt>
    <dgm:pt modelId="{31A2EC0E-397D-4DAA-9081-A1F091A59372}" type="pres">
      <dgm:prSet presAssocID="{B10B195C-6297-4E59-8797-822ED1D46DFC}" presName="compNode" presStyleCnt="0"/>
      <dgm:spPr/>
    </dgm:pt>
    <dgm:pt modelId="{A950373F-5A21-4640-9175-0ECEBE7349A2}" type="pres">
      <dgm:prSet presAssocID="{B10B195C-6297-4E59-8797-822ED1D46DF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27E54C20-26E4-43CF-BB36-B474E2F31DCB}" type="pres">
      <dgm:prSet presAssocID="{B10B195C-6297-4E59-8797-822ED1D46DFC}" presName="iconSpace" presStyleCnt="0"/>
      <dgm:spPr/>
    </dgm:pt>
    <dgm:pt modelId="{17EB44F5-0745-44F2-8EE1-C2CCAFEDBA26}" type="pres">
      <dgm:prSet presAssocID="{B10B195C-6297-4E59-8797-822ED1D46DFC}" presName="parTx" presStyleLbl="revTx" presStyleIdx="4" presStyleCnt="6">
        <dgm:presLayoutVars>
          <dgm:chMax val="0"/>
          <dgm:chPref val="0"/>
        </dgm:presLayoutVars>
      </dgm:prSet>
      <dgm:spPr/>
    </dgm:pt>
    <dgm:pt modelId="{481C3F82-1299-4FD6-999F-D4196E5BA68E}" type="pres">
      <dgm:prSet presAssocID="{B10B195C-6297-4E59-8797-822ED1D46DFC}" presName="txSpace" presStyleCnt="0"/>
      <dgm:spPr/>
    </dgm:pt>
    <dgm:pt modelId="{928AB39B-0A35-48B8-89B6-51FEE077B86C}" type="pres">
      <dgm:prSet presAssocID="{B10B195C-6297-4E59-8797-822ED1D46DFC}" presName="desTx" presStyleLbl="revTx" presStyleIdx="5" presStyleCnt="6">
        <dgm:presLayoutVars/>
      </dgm:prSet>
      <dgm:spPr/>
    </dgm:pt>
  </dgm:ptLst>
  <dgm:cxnLst>
    <dgm:cxn modelId="{239B4E00-6E9E-426F-91EA-727B8288EEED}" srcId="{B49F2211-5953-4AC5-A878-3DDB73C8662E}" destId="{A5F5D655-2529-4A93-A4C6-1839AE7E43E2}" srcOrd="0" destOrd="0" parTransId="{BE524AF6-1DF0-4604-874D-38E2E0D0C007}" sibTransId="{EF346656-02F8-437B-9277-082B83924ECB}"/>
    <dgm:cxn modelId="{50BFAF0A-E654-4685-8FC3-723F777A93E0}" srcId="{B49F2211-5953-4AC5-A878-3DDB73C8662E}" destId="{B10B195C-6297-4E59-8797-822ED1D46DFC}" srcOrd="2" destOrd="0" parTransId="{06D61038-0462-4D9C-AD48-85CBF8B61A8A}" sibTransId="{51980425-F9C4-4025-994A-FB73A573EE65}"/>
    <dgm:cxn modelId="{F791551B-9E6E-4911-B7AD-4A744404B0B0}" type="presOf" srcId="{C814958D-51B6-4D53-B4D2-F17BB5E3AB40}" destId="{21040A95-F241-4A74-99C8-E390123CDB66}" srcOrd="0" destOrd="0" presId="urn:microsoft.com/office/officeart/2018/2/layout/IconLabelDescriptionList"/>
    <dgm:cxn modelId="{3AFED11F-19D8-48B5-B89C-18B4DF234A2B}" type="presOf" srcId="{A5F5D655-2529-4A93-A4C6-1839AE7E43E2}" destId="{9B3A1A4F-8A2D-4ED0-AD18-1781025C5D90}" srcOrd="0" destOrd="0" presId="urn:microsoft.com/office/officeart/2018/2/layout/IconLabelDescriptionList"/>
    <dgm:cxn modelId="{E3086423-85AC-42BF-8651-3BD8E38DF6AD}" type="presOf" srcId="{B49F2211-5953-4AC5-A878-3DDB73C8662E}" destId="{6F167030-27CC-4E3D-8B72-1E9651912802}" srcOrd="0" destOrd="0" presId="urn:microsoft.com/office/officeart/2018/2/layout/IconLabelDescriptionList"/>
    <dgm:cxn modelId="{FF633E36-09B7-4B18-A57D-85F9460D290A}" type="presOf" srcId="{36453921-E52B-4D33-85A6-0BCAF740C058}" destId="{9510B9DB-2BEF-4438-A052-659391DCCA58}" srcOrd="0" destOrd="0" presId="urn:microsoft.com/office/officeart/2018/2/layout/IconLabelDescriptionList"/>
    <dgm:cxn modelId="{59D6BA60-CAFA-4BD3-A369-16E4262B8A25}" type="presOf" srcId="{B10B195C-6297-4E59-8797-822ED1D46DFC}" destId="{17EB44F5-0745-44F2-8EE1-C2CCAFEDBA26}" srcOrd="0" destOrd="0" presId="urn:microsoft.com/office/officeart/2018/2/layout/IconLabelDescriptionList"/>
    <dgm:cxn modelId="{84BF2E75-54C1-4D3F-A74D-9AD9BE270E38}" srcId="{A5F5D655-2529-4A93-A4C6-1839AE7E43E2}" destId="{36453921-E52B-4D33-85A6-0BCAF740C058}" srcOrd="0" destOrd="0" parTransId="{811BD7D6-D3DA-4806-9176-E2EDCF29B611}" sibTransId="{D25AC9E0-75BA-4217-9881-1786187E6265}"/>
    <dgm:cxn modelId="{7238EC75-1A66-45FA-B073-D01294312F4B}" type="presOf" srcId="{5F7CB761-B62B-49FB-B5FA-18F0A1840D13}" destId="{928AB39B-0A35-48B8-89B6-51FEE077B86C}" srcOrd="0" destOrd="0" presId="urn:microsoft.com/office/officeart/2018/2/layout/IconLabelDescriptionList"/>
    <dgm:cxn modelId="{65E6B37F-7456-49D0-85E6-1F07C283E3CB}" type="presOf" srcId="{0B7A2C95-6437-4EFB-A4FC-4258AE2ED11C}" destId="{2A04A7BD-5CC5-4CF2-B81C-54E48C904FF6}" srcOrd="0" destOrd="0" presId="urn:microsoft.com/office/officeart/2018/2/layout/IconLabelDescriptionList"/>
    <dgm:cxn modelId="{8B079AC9-4EDE-4E45-9545-36A7E8BE2CAD}" srcId="{B10B195C-6297-4E59-8797-822ED1D46DFC}" destId="{5F7CB761-B62B-49FB-B5FA-18F0A1840D13}" srcOrd="0" destOrd="0" parTransId="{3DD2DC86-681D-4296-964F-F34F3E837317}" sibTransId="{33975800-3B6C-473F-B226-6079173AE3E2}"/>
    <dgm:cxn modelId="{FB6C93DD-9AB4-44DC-A5B7-74ED6EF6DD5C}" srcId="{0B7A2C95-6437-4EFB-A4FC-4258AE2ED11C}" destId="{C814958D-51B6-4D53-B4D2-F17BB5E3AB40}" srcOrd="0" destOrd="0" parTransId="{A038815D-7A0B-4AFD-9121-9FC7D4FAD5F8}" sibTransId="{78F08746-C4AE-48DF-9317-A2C2BE4CEE24}"/>
    <dgm:cxn modelId="{8A444FEC-CE0D-43E2-9362-588370EF063A}" srcId="{B49F2211-5953-4AC5-A878-3DDB73C8662E}" destId="{0B7A2C95-6437-4EFB-A4FC-4258AE2ED11C}" srcOrd="1" destOrd="0" parTransId="{31993A7B-3A7D-4269-AE44-52DFB4AE5578}" sibTransId="{8850B9C3-3C54-44C6-A937-A1E94ECA9A73}"/>
    <dgm:cxn modelId="{DDBCD7FE-0C98-4FA6-99AB-D03C6728BF93}" type="presParOf" srcId="{6F167030-27CC-4E3D-8B72-1E9651912802}" destId="{FEEE81AB-6E5B-4341-98F2-A658F50619BF}" srcOrd="0" destOrd="0" presId="urn:microsoft.com/office/officeart/2018/2/layout/IconLabelDescriptionList"/>
    <dgm:cxn modelId="{F147D935-A684-49BE-B77C-79FBA490B132}" type="presParOf" srcId="{FEEE81AB-6E5B-4341-98F2-A658F50619BF}" destId="{85E7D76A-C4E9-40D2-8FAC-92225F005AB4}" srcOrd="0" destOrd="0" presId="urn:microsoft.com/office/officeart/2018/2/layout/IconLabelDescriptionList"/>
    <dgm:cxn modelId="{2DCD1AF2-B9C1-4735-8D5C-BF1822F6A60B}" type="presParOf" srcId="{FEEE81AB-6E5B-4341-98F2-A658F50619BF}" destId="{EA46DCD7-3807-44A9-A59B-69AA36628E6D}" srcOrd="1" destOrd="0" presId="urn:microsoft.com/office/officeart/2018/2/layout/IconLabelDescriptionList"/>
    <dgm:cxn modelId="{E4840BFB-7D2B-4DB1-9350-3AD48754681C}" type="presParOf" srcId="{FEEE81AB-6E5B-4341-98F2-A658F50619BF}" destId="{9B3A1A4F-8A2D-4ED0-AD18-1781025C5D90}" srcOrd="2" destOrd="0" presId="urn:microsoft.com/office/officeart/2018/2/layout/IconLabelDescriptionList"/>
    <dgm:cxn modelId="{90C06923-E539-4445-90AF-3996386D2D30}" type="presParOf" srcId="{FEEE81AB-6E5B-4341-98F2-A658F50619BF}" destId="{9C1F4FCC-926E-458F-8C59-56C7BB97F0F1}" srcOrd="3" destOrd="0" presId="urn:microsoft.com/office/officeart/2018/2/layout/IconLabelDescriptionList"/>
    <dgm:cxn modelId="{F29E3DB1-021A-480C-82B1-8294787A7DDC}" type="presParOf" srcId="{FEEE81AB-6E5B-4341-98F2-A658F50619BF}" destId="{9510B9DB-2BEF-4438-A052-659391DCCA58}" srcOrd="4" destOrd="0" presId="urn:microsoft.com/office/officeart/2018/2/layout/IconLabelDescriptionList"/>
    <dgm:cxn modelId="{E87547C5-2FB1-4647-8DFB-C9D01DE3D642}" type="presParOf" srcId="{6F167030-27CC-4E3D-8B72-1E9651912802}" destId="{ACAC734E-AA7A-47EB-A508-94CA52297998}" srcOrd="1" destOrd="0" presId="urn:microsoft.com/office/officeart/2018/2/layout/IconLabelDescriptionList"/>
    <dgm:cxn modelId="{087A34C7-E8B0-4F28-B9E8-0CD48628F289}" type="presParOf" srcId="{6F167030-27CC-4E3D-8B72-1E9651912802}" destId="{455E5C4B-7DF0-43F6-9790-1D2E9A0563AB}" srcOrd="2" destOrd="0" presId="urn:microsoft.com/office/officeart/2018/2/layout/IconLabelDescriptionList"/>
    <dgm:cxn modelId="{B001F3A5-DF9B-4FFE-A64D-0135FE1974D7}" type="presParOf" srcId="{455E5C4B-7DF0-43F6-9790-1D2E9A0563AB}" destId="{0B5A9385-ED50-4A14-9833-36F015BE5A14}" srcOrd="0" destOrd="0" presId="urn:microsoft.com/office/officeart/2018/2/layout/IconLabelDescriptionList"/>
    <dgm:cxn modelId="{E087D21C-690B-493E-ABC6-526A315CD1E8}" type="presParOf" srcId="{455E5C4B-7DF0-43F6-9790-1D2E9A0563AB}" destId="{A0D64A89-D050-47D4-9DCD-53AD34E35562}" srcOrd="1" destOrd="0" presId="urn:microsoft.com/office/officeart/2018/2/layout/IconLabelDescriptionList"/>
    <dgm:cxn modelId="{AD723A83-D304-40F0-B62F-758520C81B28}" type="presParOf" srcId="{455E5C4B-7DF0-43F6-9790-1D2E9A0563AB}" destId="{2A04A7BD-5CC5-4CF2-B81C-54E48C904FF6}" srcOrd="2" destOrd="0" presId="urn:microsoft.com/office/officeart/2018/2/layout/IconLabelDescriptionList"/>
    <dgm:cxn modelId="{F6AB3259-1461-46BC-B1D0-772449784E52}" type="presParOf" srcId="{455E5C4B-7DF0-43F6-9790-1D2E9A0563AB}" destId="{90893380-741C-49A9-9A2F-6D40B73D5FDA}" srcOrd="3" destOrd="0" presId="urn:microsoft.com/office/officeart/2018/2/layout/IconLabelDescriptionList"/>
    <dgm:cxn modelId="{FBA572B6-BB83-477C-89AC-1C383421EA16}" type="presParOf" srcId="{455E5C4B-7DF0-43F6-9790-1D2E9A0563AB}" destId="{21040A95-F241-4A74-99C8-E390123CDB66}" srcOrd="4" destOrd="0" presId="urn:microsoft.com/office/officeart/2018/2/layout/IconLabelDescriptionList"/>
    <dgm:cxn modelId="{3169EB77-19C7-4F51-9709-9814766A7BE8}" type="presParOf" srcId="{6F167030-27CC-4E3D-8B72-1E9651912802}" destId="{F376E246-0499-45AC-B96E-3128D5119A9B}" srcOrd="3" destOrd="0" presId="urn:microsoft.com/office/officeart/2018/2/layout/IconLabelDescriptionList"/>
    <dgm:cxn modelId="{794A18D0-DF51-4CCB-B540-94FCFC0B893B}" type="presParOf" srcId="{6F167030-27CC-4E3D-8B72-1E9651912802}" destId="{31A2EC0E-397D-4DAA-9081-A1F091A59372}" srcOrd="4" destOrd="0" presId="urn:microsoft.com/office/officeart/2018/2/layout/IconLabelDescriptionList"/>
    <dgm:cxn modelId="{43946104-B350-4C46-AAA7-23E94AD4E02B}" type="presParOf" srcId="{31A2EC0E-397D-4DAA-9081-A1F091A59372}" destId="{A950373F-5A21-4640-9175-0ECEBE7349A2}" srcOrd="0" destOrd="0" presId="urn:microsoft.com/office/officeart/2018/2/layout/IconLabelDescriptionList"/>
    <dgm:cxn modelId="{C33275C6-1C08-44D9-B7F8-945FEE07DA34}" type="presParOf" srcId="{31A2EC0E-397D-4DAA-9081-A1F091A59372}" destId="{27E54C20-26E4-43CF-BB36-B474E2F31DCB}" srcOrd="1" destOrd="0" presId="urn:microsoft.com/office/officeart/2018/2/layout/IconLabelDescriptionList"/>
    <dgm:cxn modelId="{4057F18C-A236-49EB-BD48-CE0352248FAE}" type="presParOf" srcId="{31A2EC0E-397D-4DAA-9081-A1F091A59372}" destId="{17EB44F5-0745-44F2-8EE1-C2CCAFEDBA26}" srcOrd="2" destOrd="0" presId="urn:microsoft.com/office/officeart/2018/2/layout/IconLabelDescriptionList"/>
    <dgm:cxn modelId="{56F85BD2-F87E-4043-9AF0-01B0283CD833}" type="presParOf" srcId="{31A2EC0E-397D-4DAA-9081-A1F091A59372}" destId="{481C3F82-1299-4FD6-999F-D4196E5BA68E}" srcOrd="3" destOrd="0" presId="urn:microsoft.com/office/officeart/2018/2/layout/IconLabelDescriptionList"/>
    <dgm:cxn modelId="{2DD5791B-A777-4C4E-ACDE-D524F79B72AE}" type="presParOf" srcId="{31A2EC0E-397D-4DAA-9081-A1F091A59372}" destId="{928AB39B-0A35-48B8-89B6-51FEE077B86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1C91FA7-D868-4376-A4D1-B96804D93A29}" type="doc">
      <dgm:prSet loTypeId="urn:microsoft.com/office/officeart/2005/8/layout/vList5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BC6E3CB-DA83-48EA-998C-65E06375C5E6}">
      <dgm:prSet/>
      <dgm:spPr/>
      <dgm:t>
        <a:bodyPr/>
        <a:lstStyle/>
        <a:p>
          <a:r>
            <a:rPr lang="en-US" b="0" i="0"/>
            <a:t>Security:</a:t>
          </a:r>
          <a:endParaRPr lang="en-US"/>
        </a:p>
      </dgm:t>
    </dgm:pt>
    <dgm:pt modelId="{B3415A8E-52B8-4F35-A7EA-747F1D42BF1C}" type="parTrans" cxnId="{ABF1D167-961B-48B8-A131-905E0D9999E6}">
      <dgm:prSet/>
      <dgm:spPr/>
      <dgm:t>
        <a:bodyPr/>
        <a:lstStyle/>
        <a:p>
          <a:endParaRPr lang="en-US"/>
        </a:p>
      </dgm:t>
    </dgm:pt>
    <dgm:pt modelId="{57E338E7-290A-4C34-9CBF-B93DD52FC00B}" type="sibTrans" cxnId="{ABF1D167-961B-48B8-A131-905E0D9999E6}">
      <dgm:prSet/>
      <dgm:spPr/>
      <dgm:t>
        <a:bodyPr/>
        <a:lstStyle/>
        <a:p>
          <a:endParaRPr lang="en-US"/>
        </a:p>
      </dgm:t>
    </dgm:pt>
    <dgm:pt modelId="{2ACB7408-FF4B-4283-BF8C-5830FC15A7BF}">
      <dgm:prSet/>
      <dgm:spPr/>
      <dgm:t>
        <a:bodyPr/>
        <a:lstStyle/>
        <a:p>
          <a:r>
            <a:rPr lang="en-US"/>
            <a:t>What security requirement and what provider will provide</a:t>
          </a:r>
        </a:p>
      </dgm:t>
    </dgm:pt>
    <dgm:pt modelId="{27C5627F-F47B-4DBA-AA0A-A5F751F4E0B2}" type="parTrans" cxnId="{D86ABD85-FF3C-4602-83F2-EFF499DFEFF8}">
      <dgm:prSet/>
      <dgm:spPr/>
      <dgm:t>
        <a:bodyPr/>
        <a:lstStyle/>
        <a:p>
          <a:endParaRPr lang="en-US"/>
        </a:p>
      </dgm:t>
    </dgm:pt>
    <dgm:pt modelId="{13E8A071-1123-40B1-8A6F-C53DA49FCCB0}" type="sibTrans" cxnId="{D86ABD85-FF3C-4602-83F2-EFF499DFEFF8}">
      <dgm:prSet/>
      <dgm:spPr/>
      <dgm:t>
        <a:bodyPr/>
        <a:lstStyle/>
        <a:p>
          <a:endParaRPr lang="en-US"/>
        </a:p>
      </dgm:t>
    </dgm:pt>
    <dgm:pt modelId="{8C14B116-703B-48FF-A3A4-ED86C6B222B9}">
      <dgm:prSet/>
      <dgm:spPr/>
      <dgm:t>
        <a:bodyPr/>
        <a:lstStyle/>
        <a:p>
          <a:r>
            <a:rPr lang="en-US" b="0" i="0"/>
            <a:t>Data Encryption:</a:t>
          </a:r>
          <a:endParaRPr lang="en-US"/>
        </a:p>
      </dgm:t>
    </dgm:pt>
    <dgm:pt modelId="{81D3D39E-5C36-4A6E-A54A-F8FEC5F0B646}" type="parTrans" cxnId="{D6402645-0B59-494A-B02B-E15EC6CB4F32}">
      <dgm:prSet/>
      <dgm:spPr/>
      <dgm:t>
        <a:bodyPr/>
        <a:lstStyle/>
        <a:p>
          <a:endParaRPr lang="en-US"/>
        </a:p>
      </dgm:t>
    </dgm:pt>
    <dgm:pt modelId="{78B98202-C3B6-4717-A8E2-4FE48BD6E82A}" type="sibTrans" cxnId="{D6402645-0B59-494A-B02B-E15EC6CB4F32}">
      <dgm:prSet/>
      <dgm:spPr/>
      <dgm:t>
        <a:bodyPr/>
        <a:lstStyle/>
        <a:p>
          <a:endParaRPr lang="en-US"/>
        </a:p>
      </dgm:t>
    </dgm:pt>
    <dgm:pt modelId="{E2FF9D25-05CA-4671-904D-0EF1DCC3D029}">
      <dgm:prSet/>
      <dgm:spPr/>
      <dgm:t>
        <a:bodyPr/>
        <a:lstStyle/>
        <a:p>
          <a:r>
            <a:rPr lang="en-US"/>
            <a:t>Details of encryption and access control policies</a:t>
          </a:r>
        </a:p>
      </dgm:t>
    </dgm:pt>
    <dgm:pt modelId="{50663BDF-A3B6-4603-A080-BA494B9D38D7}" type="parTrans" cxnId="{C864E889-B42E-4E09-8A03-1F4FC4CE57D3}">
      <dgm:prSet/>
      <dgm:spPr/>
      <dgm:t>
        <a:bodyPr/>
        <a:lstStyle/>
        <a:p>
          <a:endParaRPr lang="en-US"/>
        </a:p>
      </dgm:t>
    </dgm:pt>
    <dgm:pt modelId="{67F1ED36-1D57-46B5-B07F-99D2A8371A98}" type="sibTrans" cxnId="{C864E889-B42E-4E09-8A03-1F4FC4CE57D3}">
      <dgm:prSet/>
      <dgm:spPr/>
      <dgm:t>
        <a:bodyPr/>
        <a:lstStyle/>
        <a:p>
          <a:endParaRPr lang="en-US"/>
        </a:p>
      </dgm:t>
    </dgm:pt>
    <dgm:pt modelId="{BFBE40AD-0A51-499B-86BC-A29029FC9E9D}">
      <dgm:prSet/>
      <dgm:spPr/>
      <dgm:t>
        <a:bodyPr/>
        <a:lstStyle/>
        <a:p>
          <a:r>
            <a:rPr lang="en-US" b="0" i="0"/>
            <a:t>Privacy:</a:t>
          </a:r>
          <a:endParaRPr lang="en-US"/>
        </a:p>
      </dgm:t>
    </dgm:pt>
    <dgm:pt modelId="{AFBA4FF7-E9C3-458A-9403-EA29D3A642B5}" type="parTrans" cxnId="{18E949A0-0FA9-4F80-AAA1-5C1CD0FB2D99}">
      <dgm:prSet/>
      <dgm:spPr/>
      <dgm:t>
        <a:bodyPr/>
        <a:lstStyle/>
        <a:p>
          <a:endParaRPr lang="en-US"/>
        </a:p>
      </dgm:t>
    </dgm:pt>
    <dgm:pt modelId="{E44A0A3C-AB31-4C6F-8A9E-EDE62D27B7F9}" type="sibTrans" cxnId="{18E949A0-0FA9-4F80-AAA1-5C1CD0FB2D99}">
      <dgm:prSet/>
      <dgm:spPr/>
      <dgm:t>
        <a:bodyPr/>
        <a:lstStyle/>
        <a:p>
          <a:endParaRPr lang="en-US"/>
        </a:p>
      </dgm:t>
    </dgm:pt>
    <dgm:pt modelId="{18C968F8-FCBF-41A8-864A-9B3DFF425FF1}">
      <dgm:prSet/>
      <dgm:spPr/>
      <dgm:t>
        <a:bodyPr/>
        <a:lstStyle/>
        <a:p>
          <a:r>
            <a:rPr lang="en-US"/>
            <a:t>Isolation of customer data in a multi-tenant</a:t>
          </a:r>
        </a:p>
      </dgm:t>
    </dgm:pt>
    <dgm:pt modelId="{F350B4AB-C942-461F-AC78-C14A90D73386}" type="parTrans" cxnId="{FBB616B3-B7EA-4D37-8E31-CC619E77C4E9}">
      <dgm:prSet/>
      <dgm:spPr/>
      <dgm:t>
        <a:bodyPr/>
        <a:lstStyle/>
        <a:p>
          <a:endParaRPr lang="en-US"/>
        </a:p>
      </dgm:t>
    </dgm:pt>
    <dgm:pt modelId="{EF4320AB-90B5-4844-9D24-EF1103B30C0F}" type="sibTrans" cxnId="{FBB616B3-B7EA-4D37-8E31-CC619E77C4E9}">
      <dgm:prSet/>
      <dgm:spPr/>
      <dgm:t>
        <a:bodyPr/>
        <a:lstStyle/>
        <a:p>
          <a:endParaRPr lang="en-US"/>
        </a:p>
      </dgm:t>
    </dgm:pt>
    <dgm:pt modelId="{C80BBE42-D688-4F8C-9A92-6F79AF68A9DF}">
      <dgm:prSet/>
      <dgm:spPr/>
      <dgm:t>
        <a:bodyPr/>
        <a:lstStyle/>
        <a:p>
          <a:r>
            <a:rPr lang="en-US" b="0" i="0"/>
            <a:t>Data retention and deletion:</a:t>
          </a:r>
          <a:endParaRPr lang="en-US"/>
        </a:p>
      </dgm:t>
    </dgm:pt>
    <dgm:pt modelId="{12381152-BA39-415F-B690-45F069BCEEE5}" type="parTrans" cxnId="{71D4A636-3D3C-4F90-A694-0550EECE6AAB}">
      <dgm:prSet/>
      <dgm:spPr/>
      <dgm:t>
        <a:bodyPr/>
        <a:lstStyle/>
        <a:p>
          <a:endParaRPr lang="en-US"/>
        </a:p>
      </dgm:t>
    </dgm:pt>
    <dgm:pt modelId="{1EB340E1-7741-4FAB-BCBA-0BC8E13FF9EB}" type="sibTrans" cxnId="{71D4A636-3D3C-4F90-A694-0550EECE6AAB}">
      <dgm:prSet/>
      <dgm:spPr/>
      <dgm:t>
        <a:bodyPr/>
        <a:lstStyle/>
        <a:p>
          <a:endParaRPr lang="en-US"/>
        </a:p>
      </dgm:t>
    </dgm:pt>
    <dgm:pt modelId="{D797B27B-C489-41EC-9777-F002626270FD}">
      <dgm:prSet/>
      <dgm:spPr/>
      <dgm:t>
        <a:bodyPr/>
        <a:lstStyle/>
        <a:p>
          <a:r>
            <a:rPr lang="en-US"/>
            <a:t>Some providers have legal requirements of retaining data even consumer deleted.</a:t>
          </a:r>
        </a:p>
      </dgm:t>
    </dgm:pt>
    <dgm:pt modelId="{022B0FF7-D40A-411A-87D7-D0BA40CEEEDD}" type="parTrans" cxnId="{3006EF81-A756-4328-8FAC-20D6055F61A6}">
      <dgm:prSet/>
      <dgm:spPr/>
      <dgm:t>
        <a:bodyPr/>
        <a:lstStyle/>
        <a:p>
          <a:endParaRPr lang="en-US"/>
        </a:p>
      </dgm:t>
    </dgm:pt>
    <dgm:pt modelId="{A2C9491D-C959-4570-A836-CFA73C80B370}" type="sibTrans" cxnId="{3006EF81-A756-4328-8FAC-20D6055F61A6}">
      <dgm:prSet/>
      <dgm:spPr/>
      <dgm:t>
        <a:bodyPr/>
        <a:lstStyle/>
        <a:p>
          <a:endParaRPr lang="en-US"/>
        </a:p>
      </dgm:t>
    </dgm:pt>
    <dgm:pt modelId="{B7835209-5F2A-44D2-BC7E-2D44C2476947}">
      <dgm:prSet/>
      <dgm:spPr/>
      <dgm:t>
        <a:bodyPr/>
        <a:lstStyle/>
        <a:p>
          <a:r>
            <a:rPr lang="en-US" b="0" i="0"/>
            <a:t>Hardware Erasure and Destruction:</a:t>
          </a:r>
          <a:endParaRPr lang="en-US"/>
        </a:p>
      </dgm:t>
    </dgm:pt>
    <dgm:pt modelId="{16C12C7A-8534-40E4-B6FD-B3348BA5813C}" type="parTrans" cxnId="{598C968C-6590-4AEA-A636-26DEFBD852D4}">
      <dgm:prSet/>
      <dgm:spPr/>
      <dgm:t>
        <a:bodyPr/>
        <a:lstStyle/>
        <a:p>
          <a:endParaRPr lang="en-US"/>
        </a:p>
      </dgm:t>
    </dgm:pt>
    <dgm:pt modelId="{B7CF2C53-7B91-44E8-81DB-20E517BCB7D9}" type="sibTrans" cxnId="{598C968C-6590-4AEA-A636-26DEFBD852D4}">
      <dgm:prSet/>
      <dgm:spPr/>
      <dgm:t>
        <a:bodyPr/>
        <a:lstStyle/>
        <a:p>
          <a:endParaRPr lang="en-US"/>
        </a:p>
      </dgm:t>
    </dgm:pt>
    <dgm:pt modelId="{3C7005FA-8CB1-49AD-B313-49065353F17E}">
      <dgm:prSet/>
      <dgm:spPr/>
      <dgm:t>
        <a:bodyPr/>
        <a:lstStyle/>
        <a:p>
          <a:r>
            <a:rPr lang="en-US"/>
            <a:t>Zero out memory if consumer powers off the VMs or zero out platters of a disk, etc.</a:t>
          </a:r>
        </a:p>
      </dgm:t>
    </dgm:pt>
    <dgm:pt modelId="{F7E8D748-C2EF-4812-BB3F-0F2AC4BFA82C}" type="parTrans" cxnId="{21D01B2B-FC27-4CD4-9C8E-E43E0C5BF0F9}">
      <dgm:prSet/>
      <dgm:spPr/>
      <dgm:t>
        <a:bodyPr/>
        <a:lstStyle/>
        <a:p>
          <a:endParaRPr lang="en-US"/>
        </a:p>
      </dgm:t>
    </dgm:pt>
    <dgm:pt modelId="{7BC82592-DE40-4B60-B0BD-D428EA46F1B8}" type="sibTrans" cxnId="{21D01B2B-FC27-4CD4-9C8E-E43E0C5BF0F9}">
      <dgm:prSet/>
      <dgm:spPr/>
      <dgm:t>
        <a:bodyPr/>
        <a:lstStyle/>
        <a:p>
          <a:endParaRPr lang="en-US"/>
        </a:p>
      </dgm:t>
    </dgm:pt>
    <dgm:pt modelId="{F067A9AB-D8D0-4915-AFC6-4345FEF77E3A}" type="pres">
      <dgm:prSet presAssocID="{01C91FA7-D868-4376-A4D1-B96804D93A29}" presName="Name0" presStyleCnt="0">
        <dgm:presLayoutVars>
          <dgm:dir/>
          <dgm:animLvl val="lvl"/>
          <dgm:resizeHandles val="exact"/>
        </dgm:presLayoutVars>
      </dgm:prSet>
      <dgm:spPr/>
    </dgm:pt>
    <dgm:pt modelId="{3957DFDC-6F8B-4376-AFCE-822CD9928314}" type="pres">
      <dgm:prSet presAssocID="{0BC6E3CB-DA83-48EA-998C-65E06375C5E6}" presName="linNode" presStyleCnt="0"/>
      <dgm:spPr/>
    </dgm:pt>
    <dgm:pt modelId="{7B93FFC5-298A-411F-9A13-ED03B6161433}" type="pres">
      <dgm:prSet presAssocID="{0BC6E3CB-DA83-48EA-998C-65E06375C5E6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91F6E415-BC0B-406D-9AFE-B071DBEF2245}" type="pres">
      <dgm:prSet presAssocID="{0BC6E3CB-DA83-48EA-998C-65E06375C5E6}" presName="descendantText" presStyleLbl="alignAccFollowNode1" presStyleIdx="0" presStyleCnt="5">
        <dgm:presLayoutVars>
          <dgm:bulletEnabled val="1"/>
        </dgm:presLayoutVars>
      </dgm:prSet>
      <dgm:spPr/>
    </dgm:pt>
    <dgm:pt modelId="{D0FFE832-1F06-470B-B457-C10E27D59302}" type="pres">
      <dgm:prSet presAssocID="{57E338E7-290A-4C34-9CBF-B93DD52FC00B}" presName="sp" presStyleCnt="0"/>
      <dgm:spPr/>
    </dgm:pt>
    <dgm:pt modelId="{2F77BFA8-2586-403F-829F-7434F08D96A9}" type="pres">
      <dgm:prSet presAssocID="{8C14B116-703B-48FF-A3A4-ED86C6B222B9}" presName="linNode" presStyleCnt="0"/>
      <dgm:spPr/>
    </dgm:pt>
    <dgm:pt modelId="{1A9D7197-6417-4F44-8536-C7D3B5FBF956}" type="pres">
      <dgm:prSet presAssocID="{8C14B116-703B-48FF-A3A4-ED86C6B222B9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FA09DC94-356D-4D86-B3A6-248CD7277388}" type="pres">
      <dgm:prSet presAssocID="{8C14B116-703B-48FF-A3A4-ED86C6B222B9}" presName="descendantText" presStyleLbl="alignAccFollowNode1" presStyleIdx="1" presStyleCnt="5">
        <dgm:presLayoutVars>
          <dgm:bulletEnabled val="1"/>
        </dgm:presLayoutVars>
      </dgm:prSet>
      <dgm:spPr/>
    </dgm:pt>
    <dgm:pt modelId="{FF62CB47-A802-4319-AAB9-E8DAE9632841}" type="pres">
      <dgm:prSet presAssocID="{78B98202-C3B6-4717-A8E2-4FE48BD6E82A}" presName="sp" presStyleCnt="0"/>
      <dgm:spPr/>
    </dgm:pt>
    <dgm:pt modelId="{ACE895D7-BC48-454E-B197-F396263C2E80}" type="pres">
      <dgm:prSet presAssocID="{BFBE40AD-0A51-499B-86BC-A29029FC9E9D}" presName="linNode" presStyleCnt="0"/>
      <dgm:spPr/>
    </dgm:pt>
    <dgm:pt modelId="{B1F9EC8B-106D-4F9F-9339-4F692D232A57}" type="pres">
      <dgm:prSet presAssocID="{BFBE40AD-0A51-499B-86BC-A29029FC9E9D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674745C5-9619-4481-8B2C-FA38E46BFB74}" type="pres">
      <dgm:prSet presAssocID="{BFBE40AD-0A51-499B-86BC-A29029FC9E9D}" presName="descendantText" presStyleLbl="alignAccFollowNode1" presStyleIdx="2" presStyleCnt="5">
        <dgm:presLayoutVars>
          <dgm:bulletEnabled val="1"/>
        </dgm:presLayoutVars>
      </dgm:prSet>
      <dgm:spPr/>
    </dgm:pt>
    <dgm:pt modelId="{E7F378F9-9084-4602-9040-CBBE97E94082}" type="pres">
      <dgm:prSet presAssocID="{E44A0A3C-AB31-4C6F-8A9E-EDE62D27B7F9}" presName="sp" presStyleCnt="0"/>
      <dgm:spPr/>
    </dgm:pt>
    <dgm:pt modelId="{699C53A0-A79E-4AD8-846E-4A26B6B64C7F}" type="pres">
      <dgm:prSet presAssocID="{C80BBE42-D688-4F8C-9A92-6F79AF68A9DF}" presName="linNode" presStyleCnt="0"/>
      <dgm:spPr/>
    </dgm:pt>
    <dgm:pt modelId="{8C0D0E9A-8A89-487F-95C4-65300194DDA4}" type="pres">
      <dgm:prSet presAssocID="{C80BBE42-D688-4F8C-9A92-6F79AF68A9DF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8414D1B6-13E4-43F9-90F6-CF7AB6CEB657}" type="pres">
      <dgm:prSet presAssocID="{C80BBE42-D688-4F8C-9A92-6F79AF68A9DF}" presName="descendantText" presStyleLbl="alignAccFollowNode1" presStyleIdx="3" presStyleCnt="5">
        <dgm:presLayoutVars>
          <dgm:bulletEnabled val="1"/>
        </dgm:presLayoutVars>
      </dgm:prSet>
      <dgm:spPr/>
    </dgm:pt>
    <dgm:pt modelId="{3F06490E-8E4D-4A10-8A42-355F03D9BD03}" type="pres">
      <dgm:prSet presAssocID="{1EB340E1-7741-4FAB-BCBA-0BC8E13FF9EB}" presName="sp" presStyleCnt="0"/>
      <dgm:spPr/>
    </dgm:pt>
    <dgm:pt modelId="{CD08A95C-05EC-4F82-AB61-8ACE0B56D7A3}" type="pres">
      <dgm:prSet presAssocID="{B7835209-5F2A-44D2-BC7E-2D44C2476947}" presName="linNode" presStyleCnt="0"/>
      <dgm:spPr/>
    </dgm:pt>
    <dgm:pt modelId="{DB982245-F9DA-40F3-8623-20B9EEE66414}" type="pres">
      <dgm:prSet presAssocID="{B7835209-5F2A-44D2-BC7E-2D44C2476947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24FCE9BD-A7E8-474C-968C-B67E31145A4D}" type="pres">
      <dgm:prSet presAssocID="{B7835209-5F2A-44D2-BC7E-2D44C2476947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BC916B15-FD47-4BC5-9074-8D9A8F65243B}" type="presOf" srcId="{E2FF9D25-05CA-4671-904D-0EF1DCC3D029}" destId="{FA09DC94-356D-4D86-B3A6-248CD7277388}" srcOrd="0" destOrd="0" presId="urn:microsoft.com/office/officeart/2005/8/layout/vList5"/>
    <dgm:cxn modelId="{8DABF31E-BBBC-459C-AA2C-0DFCC73DEF42}" type="presOf" srcId="{01C91FA7-D868-4376-A4D1-B96804D93A29}" destId="{F067A9AB-D8D0-4915-AFC6-4345FEF77E3A}" srcOrd="0" destOrd="0" presId="urn:microsoft.com/office/officeart/2005/8/layout/vList5"/>
    <dgm:cxn modelId="{21D01B2B-FC27-4CD4-9C8E-E43E0C5BF0F9}" srcId="{B7835209-5F2A-44D2-BC7E-2D44C2476947}" destId="{3C7005FA-8CB1-49AD-B313-49065353F17E}" srcOrd="0" destOrd="0" parTransId="{F7E8D748-C2EF-4812-BB3F-0F2AC4BFA82C}" sibTransId="{7BC82592-DE40-4B60-B0BD-D428EA46F1B8}"/>
    <dgm:cxn modelId="{1DE93C2E-738E-4137-AB84-E5590FD57A24}" type="presOf" srcId="{0BC6E3CB-DA83-48EA-998C-65E06375C5E6}" destId="{7B93FFC5-298A-411F-9A13-ED03B6161433}" srcOrd="0" destOrd="0" presId="urn:microsoft.com/office/officeart/2005/8/layout/vList5"/>
    <dgm:cxn modelId="{EA125A36-F324-4CC2-A4D5-2CA19639D14F}" type="presOf" srcId="{2ACB7408-FF4B-4283-BF8C-5830FC15A7BF}" destId="{91F6E415-BC0B-406D-9AFE-B071DBEF2245}" srcOrd="0" destOrd="0" presId="urn:microsoft.com/office/officeart/2005/8/layout/vList5"/>
    <dgm:cxn modelId="{71D4A636-3D3C-4F90-A694-0550EECE6AAB}" srcId="{01C91FA7-D868-4376-A4D1-B96804D93A29}" destId="{C80BBE42-D688-4F8C-9A92-6F79AF68A9DF}" srcOrd="3" destOrd="0" parTransId="{12381152-BA39-415F-B690-45F069BCEEE5}" sibTransId="{1EB340E1-7741-4FAB-BCBA-0BC8E13FF9EB}"/>
    <dgm:cxn modelId="{8166783D-9134-4A99-9090-328805A7477A}" type="presOf" srcId="{BFBE40AD-0A51-499B-86BC-A29029FC9E9D}" destId="{B1F9EC8B-106D-4F9F-9339-4F692D232A57}" srcOrd="0" destOrd="0" presId="urn:microsoft.com/office/officeart/2005/8/layout/vList5"/>
    <dgm:cxn modelId="{7D50D23E-0EA1-4D4B-8BAE-35CD6D51F556}" type="presOf" srcId="{8C14B116-703B-48FF-A3A4-ED86C6B222B9}" destId="{1A9D7197-6417-4F44-8536-C7D3B5FBF956}" srcOrd="0" destOrd="0" presId="urn:microsoft.com/office/officeart/2005/8/layout/vList5"/>
    <dgm:cxn modelId="{D6402645-0B59-494A-B02B-E15EC6CB4F32}" srcId="{01C91FA7-D868-4376-A4D1-B96804D93A29}" destId="{8C14B116-703B-48FF-A3A4-ED86C6B222B9}" srcOrd="1" destOrd="0" parTransId="{81D3D39E-5C36-4A6E-A54A-F8FEC5F0B646}" sibTransId="{78B98202-C3B6-4717-A8E2-4FE48BD6E82A}"/>
    <dgm:cxn modelId="{ABF1D167-961B-48B8-A131-905E0D9999E6}" srcId="{01C91FA7-D868-4376-A4D1-B96804D93A29}" destId="{0BC6E3CB-DA83-48EA-998C-65E06375C5E6}" srcOrd="0" destOrd="0" parTransId="{B3415A8E-52B8-4F35-A7EA-747F1D42BF1C}" sibTransId="{57E338E7-290A-4C34-9CBF-B93DD52FC00B}"/>
    <dgm:cxn modelId="{3006EF81-A756-4328-8FAC-20D6055F61A6}" srcId="{C80BBE42-D688-4F8C-9A92-6F79AF68A9DF}" destId="{D797B27B-C489-41EC-9777-F002626270FD}" srcOrd="0" destOrd="0" parTransId="{022B0FF7-D40A-411A-87D7-D0BA40CEEEDD}" sibTransId="{A2C9491D-C959-4570-A836-CFA73C80B370}"/>
    <dgm:cxn modelId="{D86ABD85-FF3C-4602-83F2-EFF499DFEFF8}" srcId="{0BC6E3CB-DA83-48EA-998C-65E06375C5E6}" destId="{2ACB7408-FF4B-4283-BF8C-5830FC15A7BF}" srcOrd="0" destOrd="0" parTransId="{27C5627F-F47B-4DBA-AA0A-A5F751F4E0B2}" sibTransId="{13E8A071-1123-40B1-8A6F-C53DA49FCCB0}"/>
    <dgm:cxn modelId="{C864E889-B42E-4E09-8A03-1F4FC4CE57D3}" srcId="{8C14B116-703B-48FF-A3A4-ED86C6B222B9}" destId="{E2FF9D25-05CA-4671-904D-0EF1DCC3D029}" srcOrd="0" destOrd="0" parTransId="{50663BDF-A3B6-4603-A080-BA494B9D38D7}" sibTransId="{67F1ED36-1D57-46B5-B07F-99D2A8371A98}"/>
    <dgm:cxn modelId="{598C968C-6590-4AEA-A636-26DEFBD852D4}" srcId="{01C91FA7-D868-4376-A4D1-B96804D93A29}" destId="{B7835209-5F2A-44D2-BC7E-2D44C2476947}" srcOrd="4" destOrd="0" parTransId="{16C12C7A-8534-40E4-B6FD-B3348BA5813C}" sibTransId="{B7CF2C53-7B91-44E8-81DB-20E517BCB7D9}"/>
    <dgm:cxn modelId="{18E949A0-0FA9-4F80-AAA1-5C1CD0FB2D99}" srcId="{01C91FA7-D868-4376-A4D1-B96804D93A29}" destId="{BFBE40AD-0A51-499B-86BC-A29029FC9E9D}" srcOrd="2" destOrd="0" parTransId="{AFBA4FF7-E9C3-458A-9403-EA29D3A642B5}" sibTransId="{E44A0A3C-AB31-4C6F-8A9E-EDE62D27B7F9}"/>
    <dgm:cxn modelId="{FBB616B3-B7EA-4D37-8E31-CC619E77C4E9}" srcId="{BFBE40AD-0A51-499B-86BC-A29029FC9E9D}" destId="{18C968F8-FCBF-41A8-864A-9B3DFF425FF1}" srcOrd="0" destOrd="0" parTransId="{F350B4AB-C942-461F-AC78-C14A90D73386}" sibTransId="{EF4320AB-90B5-4844-9D24-EF1103B30C0F}"/>
    <dgm:cxn modelId="{46D161B5-E9C9-499D-A2F4-870465192F28}" type="presOf" srcId="{B7835209-5F2A-44D2-BC7E-2D44C2476947}" destId="{DB982245-F9DA-40F3-8623-20B9EEE66414}" srcOrd="0" destOrd="0" presId="urn:microsoft.com/office/officeart/2005/8/layout/vList5"/>
    <dgm:cxn modelId="{DCF808C9-FBDC-4A3F-8BE0-2D9F366B55A2}" type="presOf" srcId="{D797B27B-C489-41EC-9777-F002626270FD}" destId="{8414D1B6-13E4-43F9-90F6-CF7AB6CEB657}" srcOrd="0" destOrd="0" presId="urn:microsoft.com/office/officeart/2005/8/layout/vList5"/>
    <dgm:cxn modelId="{2A6F45CA-9E61-4BA4-8258-4564373904C6}" type="presOf" srcId="{C80BBE42-D688-4F8C-9A92-6F79AF68A9DF}" destId="{8C0D0E9A-8A89-487F-95C4-65300194DDA4}" srcOrd="0" destOrd="0" presId="urn:microsoft.com/office/officeart/2005/8/layout/vList5"/>
    <dgm:cxn modelId="{90F0FAF3-74FB-4521-8866-4DE2A50C6B42}" type="presOf" srcId="{18C968F8-FCBF-41A8-864A-9B3DFF425FF1}" destId="{674745C5-9619-4481-8B2C-FA38E46BFB74}" srcOrd="0" destOrd="0" presId="urn:microsoft.com/office/officeart/2005/8/layout/vList5"/>
    <dgm:cxn modelId="{1702C0F8-ACF9-4D52-AF80-136ABA3D9C81}" type="presOf" srcId="{3C7005FA-8CB1-49AD-B313-49065353F17E}" destId="{24FCE9BD-A7E8-474C-968C-B67E31145A4D}" srcOrd="0" destOrd="0" presId="urn:microsoft.com/office/officeart/2005/8/layout/vList5"/>
    <dgm:cxn modelId="{15AD2EEC-0BD1-4910-A67D-5F6AE8DB75DF}" type="presParOf" srcId="{F067A9AB-D8D0-4915-AFC6-4345FEF77E3A}" destId="{3957DFDC-6F8B-4376-AFCE-822CD9928314}" srcOrd="0" destOrd="0" presId="urn:microsoft.com/office/officeart/2005/8/layout/vList5"/>
    <dgm:cxn modelId="{1F1B1B48-2A89-42B3-BD83-3C38DCB87E82}" type="presParOf" srcId="{3957DFDC-6F8B-4376-AFCE-822CD9928314}" destId="{7B93FFC5-298A-411F-9A13-ED03B6161433}" srcOrd="0" destOrd="0" presId="urn:microsoft.com/office/officeart/2005/8/layout/vList5"/>
    <dgm:cxn modelId="{F8DCF0BE-D153-4EA7-9BEF-EFEE70910EEA}" type="presParOf" srcId="{3957DFDC-6F8B-4376-AFCE-822CD9928314}" destId="{91F6E415-BC0B-406D-9AFE-B071DBEF2245}" srcOrd="1" destOrd="0" presId="urn:microsoft.com/office/officeart/2005/8/layout/vList5"/>
    <dgm:cxn modelId="{6373A270-B395-4532-B7D4-1B8A16E5EC8A}" type="presParOf" srcId="{F067A9AB-D8D0-4915-AFC6-4345FEF77E3A}" destId="{D0FFE832-1F06-470B-B457-C10E27D59302}" srcOrd="1" destOrd="0" presId="urn:microsoft.com/office/officeart/2005/8/layout/vList5"/>
    <dgm:cxn modelId="{DFA9E706-544D-4EB5-94A4-850CE67C2EDE}" type="presParOf" srcId="{F067A9AB-D8D0-4915-AFC6-4345FEF77E3A}" destId="{2F77BFA8-2586-403F-829F-7434F08D96A9}" srcOrd="2" destOrd="0" presId="urn:microsoft.com/office/officeart/2005/8/layout/vList5"/>
    <dgm:cxn modelId="{CCA357A8-EB9C-4EFE-BFC4-BB2FEA4D9929}" type="presParOf" srcId="{2F77BFA8-2586-403F-829F-7434F08D96A9}" destId="{1A9D7197-6417-4F44-8536-C7D3B5FBF956}" srcOrd="0" destOrd="0" presId="urn:microsoft.com/office/officeart/2005/8/layout/vList5"/>
    <dgm:cxn modelId="{D639484A-F51E-465B-8145-758E3EA7898C}" type="presParOf" srcId="{2F77BFA8-2586-403F-829F-7434F08D96A9}" destId="{FA09DC94-356D-4D86-B3A6-248CD7277388}" srcOrd="1" destOrd="0" presId="urn:microsoft.com/office/officeart/2005/8/layout/vList5"/>
    <dgm:cxn modelId="{10896964-BF16-4618-B2B7-CF9B3A44CDBC}" type="presParOf" srcId="{F067A9AB-D8D0-4915-AFC6-4345FEF77E3A}" destId="{FF62CB47-A802-4319-AAB9-E8DAE9632841}" srcOrd="3" destOrd="0" presId="urn:microsoft.com/office/officeart/2005/8/layout/vList5"/>
    <dgm:cxn modelId="{37366B83-E1CE-4C1F-A77E-F2FCF680045A}" type="presParOf" srcId="{F067A9AB-D8D0-4915-AFC6-4345FEF77E3A}" destId="{ACE895D7-BC48-454E-B197-F396263C2E80}" srcOrd="4" destOrd="0" presId="urn:microsoft.com/office/officeart/2005/8/layout/vList5"/>
    <dgm:cxn modelId="{B8281E4E-DF94-4A50-A38E-EEB2A3978DBB}" type="presParOf" srcId="{ACE895D7-BC48-454E-B197-F396263C2E80}" destId="{B1F9EC8B-106D-4F9F-9339-4F692D232A57}" srcOrd="0" destOrd="0" presId="urn:microsoft.com/office/officeart/2005/8/layout/vList5"/>
    <dgm:cxn modelId="{A607C73F-3D81-4D02-A87F-9813CB8AB8C3}" type="presParOf" srcId="{ACE895D7-BC48-454E-B197-F396263C2E80}" destId="{674745C5-9619-4481-8B2C-FA38E46BFB74}" srcOrd="1" destOrd="0" presId="urn:microsoft.com/office/officeart/2005/8/layout/vList5"/>
    <dgm:cxn modelId="{C86922D0-F4E6-40D1-9039-C77072AB64C0}" type="presParOf" srcId="{F067A9AB-D8D0-4915-AFC6-4345FEF77E3A}" destId="{E7F378F9-9084-4602-9040-CBBE97E94082}" srcOrd="5" destOrd="0" presId="urn:microsoft.com/office/officeart/2005/8/layout/vList5"/>
    <dgm:cxn modelId="{6494DF36-C770-42B2-877E-1EF7488A4E5A}" type="presParOf" srcId="{F067A9AB-D8D0-4915-AFC6-4345FEF77E3A}" destId="{699C53A0-A79E-4AD8-846E-4A26B6B64C7F}" srcOrd="6" destOrd="0" presId="urn:microsoft.com/office/officeart/2005/8/layout/vList5"/>
    <dgm:cxn modelId="{73333C23-C03B-4EAD-AED2-3DEDCF803AB2}" type="presParOf" srcId="{699C53A0-A79E-4AD8-846E-4A26B6B64C7F}" destId="{8C0D0E9A-8A89-487F-95C4-65300194DDA4}" srcOrd="0" destOrd="0" presId="urn:microsoft.com/office/officeart/2005/8/layout/vList5"/>
    <dgm:cxn modelId="{F25B6F0E-2669-4D9A-8388-9FE9D7868D09}" type="presParOf" srcId="{699C53A0-A79E-4AD8-846E-4A26B6B64C7F}" destId="{8414D1B6-13E4-43F9-90F6-CF7AB6CEB657}" srcOrd="1" destOrd="0" presId="urn:microsoft.com/office/officeart/2005/8/layout/vList5"/>
    <dgm:cxn modelId="{052A4C42-D099-4AA1-823D-150667BD0A08}" type="presParOf" srcId="{F067A9AB-D8D0-4915-AFC6-4345FEF77E3A}" destId="{3F06490E-8E4D-4A10-8A42-355F03D9BD03}" srcOrd="7" destOrd="0" presId="urn:microsoft.com/office/officeart/2005/8/layout/vList5"/>
    <dgm:cxn modelId="{9B52FA05-E8A3-482B-B1AE-A82A6A2FDD64}" type="presParOf" srcId="{F067A9AB-D8D0-4915-AFC6-4345FEF77E3A}" destId="{CD08A95C-05EC-4F82-AB61-8ACE0B56D7A3}" srcOrd="8" destOrd="0" presId="urn:microsoft.com/office/officeart/2005/8/layout/vList5"/>
    <dgm:cxn modelId="{6BC3C0EB-448D-481E-9971-DC9237BB9722}" type="presParOf" srcId="{CD08A95C-05EC-4F82-AB61-8ACE0B56D7A3}" destId="{DB982245-F9DA-40F3-8623-20B9EEE66414}" srcOrd="0" destOrd="0" presId="urn:microsoft.com/office/officeart/2005/8/layout/vList5"/>
    <dgm:cxn modelId="{34E99959-1B3F-43F9-B3BE-802B9DCC4375}" type="presParOf" srcId="{CD08A95C-05EC-4F82-AB61-8ACE0B56D7A3}" destId="{24FCE9BD-A7E8-474C-968C-B67E31145A4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A57ADF4-8DA4-42F0-B840-F96D33E52A0F}" type="doc">
      <dgm:prSet loTypeId="urn:microsoft.com/office/officeart/2005/8/layout/hList1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B1E3094-AEE8-48C8-AE8F-3D2192D0F2FB}">
      <dgm:prSet/>
      <dgm:spPr/>
      <dgm:t>
        <a:bodyPr/>
        <a:lstStyle/>
        <a:p>
          <a:r>
            <a:rPr lang="en-US" b="0" i="0"/>
            <a:t>Regulatory compliance:</a:t>
          </a:r>
          <a:endParaRPr lang="en-US"/>
        </a:p>
      </dgm:t>
    </dgm:pt>
    <dgm:pt modelId="{61E85E4C-AF6A-4E17-BBDB-73DB961D2E0D}" type="parTrans" cxnId="{E524D4F2-D468-47CA-BA47-8D37099C9C4C}">
      <dgm:prSet/>
      <dgm:spPr/>
      <dgm:t>
        <a:bodyPr/>
        <a:lstStyle/>
        <a:p>
          <a:endParaRPr lang="en-US"/>
        </a:p>
      </dgm:t>
    </dgm:pt>
    <dgm:pt modelId="{1B6200F9-82F2-4A02-947F-9BBAFB450919}" type="sibTrans" cxnId="{E524D4F2-D468-47CA-BA47-8D37099C9C4C}">
      <dgm:prSet/>
      <dgm:spPr/>
      <dgm:t>
        <a:bodyPr/>
        <a:lstStyle/>
        <a:p>
          <a:endParaRPr lang="en-US"/>
        </a:p>
      </dgm:t>
    </dgm:pt>
    <dgm:pt modelId="{4CD173CF-B09A-4940-9457-C0D938D7334D}">
      <dgm:prSet/>
      <dgm:spPr/>
      <dgm:t>
        <a:bodyPr/>
        <a:lstStyle/>
        <a:p>
          <a:r>
            <a:rPr lang="en-US"/>
            <a:t>If regulations are enforced on data and applications, the providers should be able to 	prove compliance</a:t>
          </a:r>
        </a:p>
      </dgm:t>
    </dgm:pt>
    <dgm:pt modelId="{BE9CC4AB-137B-4AB2-A9CB-94012038CD29}" type="parTrans" cxnId="{55BC0251-F651-4BBB-A6CC-E45881524EAD}">
      <dgm:prSet/>
      <dgm:spPr/>
      <dgm:t>
        <a:bodyPr/>
        <a:lstStyle/>
        <a:p>
          <a:endParaRPr lang="en-US"/>
        </a:p>
      </dgm:t>
    </dgm:pt>
    <dgm:pt modelId="{9FE99F0E-E79A-482A-BF47-CF1A2E277BDE}" type="sibTrans" cxnId="{55BC0251-F651-4BBB-A6CC-E45881524EAD}">
      <dgm:prSet/>
      <dgm:spPr/>
      <dgm:t>
        <a:bodyPr/>
        <a:lstStyle/>
        <a:p>
          <a:endParaRPr lang="en-US"/>
        </a:p>
      </dgm:t>
    </dgm:pt>
    <dgm:pt modelId="{50851E97-9010-4BC8-AACC-A0A5D9F9C406}">
      <dgm:prSet/>
      <dgm:spPr/>
      <dgm:t>
        <a:bodyPr/>
        <a:lstStyle/>
        <a:p>
          <a:r>
            <a:rPr lang="en-US" b="0" i="0"/>
            <a:t>Transparency:</a:t>
          </a:r>
          <a:endParaRPr lang="en-US"/>
        </a:p>
      </dgm:t>
    </dgm:pt>
    <dgm:pt modelId="{120B7397-B32E-4B32-A003-97B2A69F00ED}" type="parTrans" cxnId="{2A2E7A81-9108-4930-B40C-1C3A75A40232}">
      <dgm:prSet/>
      <dgm:spPr/>
      <dgm:t>
        <a:bodyPr/>
        <a:lstStyle/>
        <a:p>
          <a:endParaRPr lang="en-US"/>
        </a:p>
      </dgm:t>
    </dgm:pt>
    <dgm:pt modelId="{772CD9DE-0B4F-440B-A295-0E9665C4AFBA}" type="sibTrans" cxnId="{2A2E7A81-9108-4930-B40C-1C3A75A40232}">
      <dgm:prSet/>
      <dgm:spPr/>
      <dgm:t>
        <a:bodyPr/>
        <a:lstStyle/>
        <a:p>
          <a:endParaRPr lang="en-US"/>
        </a:p>
      </dgm:t>
    </dgm:pt>
    <dgm:pt modelId="{BA0E280A-5F62-4B8C-8C83-98DD5B3389B3}">
      <dgm:prSet/>
      <dgm:spPr/>
      <dgm:t>
        <a:bodyPr/>
        <a:lstStyle/>
        <a:p>
          <a:r>
            <a:rPr lang="en-US"/>
            <a:t>For critical data, providers notifying consumers when terms SLA breached</a:t>
          </a:r>
        </a:p>
      </dgm:t>
    </dgm:pt>
    <dgm:pt modelId="{0B663C6A-7E02-4FD0-8F62-00B62AFF0903}" type="parTrans" cxnId="{11532CCF-C139-4F8B-9D6B-C18AA1E30DBC}">
      <dgm:prSet/>
      <dgm:spPr/>
      <dgm:t>
        <a:bodyPr/>
        <a:lstStyle/>
        <a:p>
          <a:endParaRPr lang="en-US"/>
        </a:p>
      </dgm:t>
    </dgm:pt>
    <dgm:pt modelId="{CAF9795B-D270-45AF-BFFC-9C1791C4F284}" type="sibTrans" cxnId="{11532CCF-C139-4F8B-9D6B-C18AA1E30DBC}">
      <dgm:prSet/>
      <dgm:spPr/>
      <dgm:t>
        <a:bodyPr/>
        <a:lstStyle/>
        <a:p>
          <a:endParaRPr lang="en-US"/>
        </a:p>
      </dgm:t>
    </dgm:pt>
    <dgm:pt modelId="{6ED397BD-F0E7-4273-91D3-80CF6BAF38AA}">
      <dgm:prSet/>
      <dgm:spPr/>
      <dgm:t>
        <a:bodyPr/>
        <a:lstStyle/>
        <a:p>
          <a:r>
            <a:rPr lang="en-US" b="0" i="0"/>
            <a:t>Certification:</a:t>
          </a:r>
          <a:endParaRPr lang="en-US"/>
        </a:p>
      </dgm:t>
    </dgm:pt>
    <dgm:pt modelId="{B009950C-A983-4D73-87B5-A487C209FF44}" type="parTrans" cxnId="{39CF7222-467B-415C-855E-3D98FA9F3E3E}">
      <dgm:prSet/>
      <dgm:spPr/>
      <dgm:t>
        <a:bodyPr/>
        <a:lstStyle/>
        <a:p>
          <a:endParaRPr lang="en-US"/>
        </a:p>
      </dgm:t>
    </dgm:pt>
    <dgm:pt modelId="{6E517AB0-2A95-4D94-A852-920B5C5F67BE}" type="sibTrans" cxnId="{39CF7222-467B-415C-855E-3D98FA9F3E3E}">
      <dgm:prSet/>
      <dgm:spPr/>
      <dgm:t>
        <a:bodyPr/>
        <a:lstStyle/>
        <a:p>
          <a:endParaRPr lang="en-US"/>
        </a:p>
      </dgm:t>
    </dgm:pt>
    <dgm:pt modelId="{1559DC8B-DB6F-41E1-A01D-E13BC1BE9846}">
      <dgm:prSet/>
      <dgm:spPr/>
      <dgm:t>
        <a:bodyPr/>
        <a:lstStyle/>
        <a:p>
          <a:r>
            <a:rPr lang="en-US"/>
            <a:t>Provider responsible in proving certification</a:t>
          </a:r>
        </a:p>
      </dgm:t>
    </dgm:pt>
    <dgm:pt modelId="{D0FF2E2F-F11F-49BB-8869-9B2493944947}" type="parTrans" cxnId="{989F348A-2500-4165-A7B4-65F8BAD1922E}">
      <dgm:prSet/>
      <dgm:spPr/>
      <dgm:t>
        <a:bodyPr/>
        <a:lstStyle/>
        <a:p>
          <a:endParaRPr lang="en-US"/>
        </a:p>
      </dgm:t>
    </dgm:pt>
    <dgm:pt modelId="{1A6FE47C-654E-4BA8-9B17-370837444BAF}" type="sibTrans" cxnId="{989F348A-2500-4165-A7B4-65F8BAD1922E}">
      <dgm:prSet/>
      <dgm:spPr/>
      <dgm:t>
        <a:bodyPr/>
        <a:lstStyle/>
        <a:p>
          <a:endParaRPr lang="en-US"/>
        </a:p>
      </dgm:t>
    </dgm:pt>
    <dgm:pt modelId="{19CA5151-F641-4D97-8092-2C82F312A3CB}">
      <dgm:prSet/>
      <dgm:spPr/>
      <dgm:t>
        <a:bodyPr/>
        <a:lstStyle/>
        <a:p>
          <a:r>
            <a:rPr lang="en-US" b="0" i="0"/>
            <a:t>Monitoring:</a:t>
          </a:r>
          <a:endParaRPr lang="en-US"/>
        </a:p>
      </dgm:t>
    </dgm:pt>
    <dgm:pt modelId="{EC507DC0-F446-44D6-A22E-C6C216CF7C76}" type="parTrans" cxnId="{C54DB988-FA5B-4FED-AD79-B882CC815EF4}">
      <dgm:prSet/>
      <dgm:spPr/>
      <dgm:t>
        <a:bodyPr/>
        <a:lstStyle/>
        <a:p>
          <a:endParaRPr lang="en-US"/>
        </a:p>
      </dgm:t>
    </dgm:pt>
    <dgm:pt modelId="{3609C0EC-326E-4165-BCAD-983A7BF6AA0A}" type="sibTrans" cxnId="{C54DB988-FA5B-4FED-AD79-B882CC815EF4}">
      <dgm:prSet/>
      <dgm:spPr/>
      <dgm:t>
        <a:bodyPr/>
        <a:lstStyle/>
        <a:p>
          <a:endParaRPr lang="en-US"/>
        </a:p>
      </dgm:t>
    </dgm:pt>
    <dgm:pt modelId="{D0DCC33A-290A-4201-94F2-379781E50195}">
      <dgm:prSet/>
      <dgm:spPr/>
      <dgm:t>
        <a:bodyPr/>
        <a:lstStyle/>
        <a:p>
          <a:r>
            <a:rPr lang="en-US"/>
            <a:t>Eliminate conflict of interest between provider and consumer</a:t>
          </a:r>
        </a:p>
      </dgm:t>
    </dgm:pt>
    <dgm:pt modelId="{2E657F97-B974-4616-81D5-97706625FDD3}" type="parTrans" cxnId="{9631B392-03C5-4460-81CF-A6D8FAADCCA6}">
      <dgm:prSet/>
      <dgm:spPr/>
      <dgm:t>
        <a:bodyPr/>
        <a:lstStyle/>
        <a:p>
          <a:endParaRPr lang="en-US"/>
        </a:p>
      </dgm:t>
    </dgm:pt>
    <dgm:pt modelId="{89659672-5F54-4370-8F50-5C5A7AA83466}" type="sibTrans" cxnId="{9631B392-03C5-4460-81CF-A6D8FAADCCA6}">
      <dgm:prSet/>
      <dgm:spPr/>
      <dgm:t>
        <a:bodyPr/>
        <a:lstStyle/>
        <a:p>
          <a:endParaRPr lang="en-US"/>
        </a:p>
      </dgm:t>
    </dgm:pt>
    <dgm:pt modelId="{6211A42E-5AE9-42F2-ADF3-705592670603}">
      <dgm:prSet/>
      <dgm:spPr/>
      <dgm:t>
        <a:bodyPr/>
        <a:lstStyle/>
        <a:p>
          <a:r>
            <a:rPr lang="en-US" b="0" i="0"/>
            <a:t>Auditability:</a:t>
          </a:r>
          <a:endParaRPr lang="en-US"/>
        </a:p>
      </dgm:t>
    </dgm:pt>
    <dgm:pt modelId="{AE0C546A-9C92-4F39-BFAF-4DA9D8ED60FA}" type="parTrans" cxnId="{4422D8D1-76CB-44CC-8FDD-D926F2EFDAEB}">
      <dgm:prSet/>
      <dgm:spPr/>
      <dgm:t>
        <a:bodyPr/>
        <a:lstStyle/>
        <a:p>
          <a:endParaRPr lang="en-US"/>
        </a:p>
      </dgm:t>
    </dgm:pt>
    <dgm:pt modelId="{8CB716B3-A240-4AF0-B8C8-F4C564671E6D}" type="sibTrans" cxnId="{4422D8D1-76CB-44CC-8FDD-D926F2EFDAEB}">
      <dgm:prSet/>
      <dgm:spPr/>
      <dgm:t>
        <a:bodyPr/>
        <a:lstStyle/>
        <a:p>
          <a:endParaRPr lang="en-US"/>
        </a:p>
      </dgm:t>
    </dgm:pt>
    <dgm:pt modelId="{6CE046A3-355F-4363-84FC-9BD9C714BACE}">
      <dgm:prSet/>
      <dgm:spPr/>
      <dgm:t>
        <a:bodyPr/>
        <a:lstStyle/>
        <a:p>
          <a:r>
            <a:rPr lang="en-US"/>
            <a:t>SLA should make it clear how audits of system take place in case of breached</a:t>
          </a:r>
        </a:p>
      </dgm:t>
    </dgm:pt>
    <dgm:pt modelId="{9F28BAA4-EAD9-48A2-8AD4-6C49933D9C7E}" type="parTrans" cxnId="{E5174FE6-A5C8-41D5-B0CC-1A36F377AC8C}">
      <dgm:prSet/>
      <dgm:spPr/>
      <dgm:t>
        <a:bodyPr/>
        <a:lstStyle/>
        <a:p>
          <a:endParaRPr lang="en-US"/>
        </a:p>
      </dgm:t>
    </dgm:pt>
    <dgm:pt modelId="{1629456F-325D-4579-B012-40ABAB13FB59}" type="sibTrans" cxnId="{E5174FE6-A5C8-41D5-B0CC-1A36F377AC8C}">
      <dgm:prSet/>
      <dgm:spPr/>
      <dgm:t>
        <a:bodyPr/>
        <a:lstStyle/>
        <a:p>
          <a:endParaRPr lang="en-US"/>
        </a:p>
      </dgm:t>
    </dgm:pt>
    <dgm:pt modelId="{901373A7-25D9-4307-B621-CEC770DB71A5}" type="pres">
      <dgm:prSet presAssocID="{1A57ADF4-8DA4-42F0-B840-F96D33E52A0F}" presName="Name0" presStyleCnt="0">
        <dgm:presLayoutVars>
          <dgm:dir/>
          <dgm:animLvl val="lvl"/>
          <dgm:resizeHandles val="exact"/>
        </dgm:presLayoutVars>
      </dgm:prSet>
      <dgm:spPr/>
    </dgm:pt>
    <dgm:pt modelId="{74FA5DAC-9FB3-4D2C-B85F-CD18E4CBA801}" type="pres">
      <dgm:prSet presAssocID="{6B1E3094-AEE8-48C8-AE8F-3D2192D0F2FB}" presName="composite" presStyleCnt="0"/>
      <dgm:spPr/>
    </dgm:pt>
    <dgm:pt modelId="{A36380BF-8BD9-4292-8122-BC223D3738A6}" type="pres">
      <dgm:prSet presAssocID="{6B1E3094-AEE8-48C8-AE8F-3D2192D0F2FB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6799D4C0-EA5C-48E6-9D6D-C276B2F9D939}" type="pres">
      <dgm:prSet presAssocID="{6B1E3094-AEE8-48C8-AE8F-3D2192D0F2FB}" presName="desTx" presStyleLbl="alignAccFollowNode1" presStyleIdx="0" presStyleCnt="5">
        <dgm:presLayoutVars>
          <dgm:bulletEnabled val="1"/>
        </dgm:presLayoutVars>
      </dgm:prSet>
      <dgm:spPr/>
    </dgm:pt>
    <dgm:pt modelId="{34A500E8-D868-4F3F-B139-5FAE4619FD8B}" type="pres">
      <dgm:prSet presAssocID="{1B6200F9-82F2-4A02-947F-9BBAFB450919}" presName="space" presStyleCnt="0"/>
      <dgm:spPr/>
    </dgm:pt>
    <dgm:pt modelId="{CAD13897-2FF1-4312-A33E-26C7AF2D573B}" type="pres">
      <dgm:prSet presAssocID="{50851E97-9010-4BC8-AACC-A0A5D9F9C406}" presName="composite" presStyleCnt="0"/>
      <dgm:spPr/>
    </dgm:pt>
    <dgm:pt modelId="{3F6632B5-9EAE-4A72-A91C-F56D2F6EE77A}" type="pres">
      <dgm:prSet presAssocID="{50851E97-9010-4BC8-AACC-A0A5D9F9C406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E03C023D-744D-45A2-961D-12C843DD14DD}" type="pres">
      <dgm:prSet presAssocID="{50851E97-9010-4BC8-AACC-A0A5D9F9C406}" presName="desTx" presStyleLbl="alignAccFollowNode1" presStyleIdx="1" presStyleCnt="5">
        <dgm:presLayoutVars>
          <dgm:bulletEnabled val="1"/>
        </dgm:presLayoutVars>
      </dgm:prSet>
      <dgm:spPr/>
    </dgm:pt>
    <dgm:pt modelId="{11F530D1-D9DE-43AB-A72C-9C7C210E14B9}" type="pres">
      <dgm:prSet presAssocID="{772CD9DE-0B4F-440B-A295-0E9665C4AFBA}" presName="space" presStyleCnt="0"/>
      <dgm:spPr/>
    </dgm:pt>
    <dgm:pt modelId="{5A3E790A-587F-470E-8132-DBFE3606DAA8}" type="pres">
      <dgm:prSet presAssocID="{6ED397BD-F0E7-4273-91D3-80CF6BAF38AA}" presName="composite" presStyleCnt="0"/>
      <dgm:spPr/>
    </dgm:pt>
    <dgm:pt modelId="{811B7599-1BB5-4F29-BFE5-C01FB1CE0BA2}" type="pres">
      <dgm:prSet presAssocID="{6ED397BD-F0E7-4273-91D3-80CF6BAF38AA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BC4AE88D-D6DE-40CE-A9DA-D54449CBB395}" type="pres">
      <dgm:prSet presAssocID="{6ED397BD-F0E7-4273-91D3-80CF6BAF38AA}" presName="desTx" presStyleLbl="alignAccFollowNode1" presStyleIdx="2" presStyleCnt="5">
        <dgm:presLayoutVars>
          <dgm:bulletEnabled val="1"/>
        </dgm:presLayoutVars>
      </dgm:prSet>
      <dgm:spPr/>
    </dgm:pt>
    <dgm:pt modelId="{80EE9567-B18D-4BEB-BD4C-C57D3AB482B1}" type="pres">
      <dgm:prSet presAssocID="{6E517AB0-2A95-4D94-A852-920B5C5F67BE}" presName="space" presStyleCnt="0"/>
      <dgm:spPr/>
    </dgm:pt>
    <dgm:pt modelId="{E041A099-2432-421A-82EB-DC025F7218EB}" type="pres">
      <dgm:prSet presAssocID="{19CA5151-F641-4D97-8092-2C82F312A3CB}" presName="composite" presStyleCnt="0"/>
      <dgm:spPr/>
    </dgm:pt>
    <dgm:pt modelId="{478433F0-9DB6-4EE5-8D39-65F345B1D82F}" type="pres">
      <dgm:prSet presAssocID="{19CA5151-F641-4D97-8092-2C82F312A3CB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F713E966-19B8-4F34-9E1A-AEBE2FBED5AF}" type="pres">
      <dgm:prSet presAssocID="{19CA5151-F641-4D97-8092-2C82F312A3CB}" presName="desTx" presStyleLbl="alignAccFollowNode1" presStyleIdx="3" presStyleCnt="5">
        <dgm:presLayoutVars>
          <dgm:bulletEnabled val="1"/>
        </dgm:presLayoutVars>
      </dgm:prSet>
      <dgm:spPr/>
    </dgm:pt>
    <dgm:pt modelId="{08854E23-D06F-4927-BF9D-080F5FF03EA6}" type="pres">
      <dgm:prSet presAssocID="{3609C0EC-326E-4165-BCAD-983A7BF6AA0A}" presName="space" presStyleCnt="0"/>
      <dgm:spPr/>
    </dgm:pt>
    <dgm:pt modelId="{3064683F-66D2-42E9-88DE-F8B2B0C01BAE}" type="pres">
      <dgm:prSet presAssocID="{6211A42E-5AE9-42F2-ADF3-705592670603}" presName="composite" presStyleCnt="0"/>
      <dgm:spPr/>
    </dgm:pt>
    <dgm:pt modelId="{5BF980DE-036E-4A76-B500-C5F89ACA5FD0}" type="pres">
      <dgm:prSet presAssocID="{6211A42E-5AE9-42F2-ADF3-705592670603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17162700-B2AA-44D5-BFCF-E7AD5324AC12}" type="pres">
      <dgm:prSet presAssocID="{6211A42E-5AE9-42F2-ADF3-705592670603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A925361D-E066-42DF-92A0-4E1ED6EA51FC}" type="presOf" srcId="{6ED397BD-F0E7-4273-91D3-80CF6BAF38AA}" destId="{811B7599-1BB5-4F29-BFE5-C01FB1CE0BA2}" srcOrd="0" destOrd="0" presId="urn:microsoft.com/office/officeart/2005/8/layout/hList1"/>
    <dgm:cxn modelId="{39CF7222-467B-415C-855E-3D98FA9F3E3E}" srcId="{1A57ADF4-8DA4-42F0-B840-F96D33E52A0F}" destId="{6ED397BD-F0E7-4273-91D3-80CF6BAF38AA}" srcOrd="2" destOrd="0" parTransId="{B009950C-A983-4D73-87B5-A487C209FF44}" sibTransId="{6E517AB0-2A95-4D94-A852-920B5C5F67BE}"/>
    <dgm:cxn modelId="{084C836E-3C0B-4602-B2D3-C36898FCE73C}" type="presOf" srcId="{50851E97-9010-4BC8-AACC-A0A5D9F9C406}" destId="{3F6632B5-9EAE-4A72-A91C-F56D2F6EE77A}" srcOrd="0" destOrd="0" presId="urn:microsoft.com/office/officeart/2005/8/layout/hList1"/>
    <dgm:cxn modelId="{ABEFB150-0D2D-49B3-B70B-0EFAE4141212}" type="presOf" srcId="{4CD173CF-B09A-4940-9457-C0D938D7334D}" destId="{6799D4C0-EA5C-48E6-9D6D-C276B2F9D939}" srcOrd="0" destOrd="0" presId="urn:microsoft.com/office/officeart/2005/8/layout/hList1"/>
    <dgm:cxn modelId="{55BC0251-F651-4BBB-A6CC-E45881524EAD}" srcId="{6B1E3094-AEE8-48C8-AE8F-3D2192D0F2FB}" destId="{4CD173CF-B09A-4940-9457-C0D938D7334D}" srcOrd="0" destOrd="0" parTransId="{BE9CC4AB-137B-4AB2-A9CB-94012038CD29}" sibTransId="{9FE99F0E-E79A-482A-BF47-CF1A2E277BDE}"/>
    <dgm:cxn modelId="{4E8CEC56-48E3-482C-947E-79C5B04411F8}" type="presOf" srcId="{19CA5151-F641-4D97-8092-2C82F312A3CB}" destId="{478433F0-9DB6-4EE5-8D39-65F345B1D82F}" srcOrd="0" destOrd="0" presId="urn:microsoft.com/office/officeart/2005/8/layout/hList1"/>
    <dgm:cxn modelId="{2A2E7A81-9108-4930-B40C-1C3A75A40232}" srcId="{1A57ADF4-8DA4-42F0-B840-F96D33E52A0F}" destId="{50851E97-9010-4BC8-AACC-A0A5D9F9C406}" srcOrd="1" destOrd="0" parTransId="{120B7397-B32E-4B32-A003-97B2A69F00ED}" sibTransId="{772CD9DE-0B4F-440B-A295-0E9665C4AFBA}"/>
    <dgm:cxn modelId="{C54DB988-FA5B-4FED-AD79-B882CC815EF4}" srcId="{1A57ADF4-8DA4-42F0-B840-F96D33E52A0F}" destId="{19CA5151-F641-4D97-8092-2C82F312A3CB}" srcOrd="3" destOrd="0" parTransId="{EC507DC0-F446-44D6-A22E-C6C216CF7C76}" sibTransId="{3609C0EC-326E-4165-BCAD-983A7BF6AA0A}"/>
    <dgm:cxn modelId="{989F348A-2500-4165-A7B4-65F8BAD1922E}" srcId="{6ED397BD-F0E7-4273-91D3-80CF6BAF38AA}" destId="{1559DC8B-DB6F-41E1-A01D-E13BC1BE9846}" srcOrd="0" destOrd="0" parTransId="{D0FF2E2F-F11F-49BB-8869-9B2493944947}" sibTransId="{1A6FE47C-654E-4BA8-9B17-370837444BAF}"/>
    <dgm:cxn modelId="{6825F18B-3D81-4385-B07F-4D8DC3E6667E}" type="presOf" srcId="{6211A42E-5AE9-42F2-ADF3-705592670603}" destId="{5BF980DE-036E-4A76-B500-C5F89ACA5FD0}" srcOrd="0" destOrd="0" presId="urn:microsoft.com/office/officeart/2005/8/layout/hList1"/>
    <dgm:cxn modelId="{D46E3B90-A3AE-478F-AA12-21E81E9045A0}" type="presOf" srcId="{D0DCC33A-290A-4201-94F2-379781E50195}" destId="{F713E966-19B8-4F34-9E1A-AEBE2FBED5AF}" srcOrd="0" destOrd="0" presId="urn:microsoft.com/office/officeart/2005/8/layout/hList1"/>
    <dgm:cxn modelId="{9631B392-03C5-4460-81CF-A6D8FAADCCA6}" srcId="{19CA5151-F641-4D97-8092-2C82F312A3CB}" destId="{D0DCC33A-290A-4201-94F2-379781E50195}" srcOrd="0" destOrd="0" parTransId="{2E657F97-B974-4616-81D5-97706625FDD3}" sibTransId="{89659672-5F54-4370-8F50-5C5A7AA83466}"/>
    <dgm:cxn modelId="{919C88B2-BCF9-42A8-AD9A-342D02A942AF}" type="presOf" srcId="{1559DC8B-DB6F-41E1-A01D-E13BC1BE9846}" destId="{BC4AE88D-D6DE-40CE-A9DA-D54449CBB395}" srcOrd="0" destOrd="0" presId="urn:microsoft.com/office/officeart/2005/8/layout/hList1"/>
    <dgm:cxn modelId="{A0F078BE-257C-41DA-85DF-C1F24F5E1901}" type="presOf" srcId="{1A57ADF4-8DA4-42F0-B840-F96D33E52A0F}" destId="{901373A7-25D9-4307-B621-CEC770DB71A5}" srcOrd="0" destOrd="0" presId="urn:microsoft.com/office/officeart/2005/8/layout/hList1"/>
    <dgm:cxn modelId="{467304CA-536E-46A9-B945-753514E4F48D}" type="presOf" srcId="{6CE046A3-355F-4363-84FC-9BD9C714BACE}" destId="{17162700-B2AA-44D5-BFCF-E7AD5324AC12}" srcOrd="0" destOrd="0" presId="urn:microsoft.com/office/officeart/2005/8/layout/hList1"/>
    <dgm:cxn modelId="{11532CCF-C139-4F8B-9D6B-C18AA1E30DBC}" srcId="{50851E97-9010-4BC8-AACC-A0A5D9F9C406}" destId="{BA0E280A-5F62-4B8C-8C83-98DD5B3389B3}" srcOrd="0" destOrd="0" parTransId="{0B663C6A-7E02-4FD0-8F62-00B62AFF0903}" sibTransId="{CAF9795B-D270-45AF-BFFC-9C1791C4F284}"/>
    <dgm:cxn modelId="{4422D8D1-76CB-44CC-8FDD-D926F2EFDAEB}" srcId="{1A57ADF4-8DA4-42F0-B840-F96D33E52A0F}" destId="{6211A42E-5AE9-42F2-ADF3-705592670603}" srcOrd="4" destOrd="0" parTransId="{AE0C546A-9C92-4F39-BFAF-4DA9D8ED60FA}" sibTransId="{8CB716B3-A240-4AF0-B8C8-F4C564671E6D}"/>
    <dgm:cxn modelId="{E5174FE6-A5C8-41D5-B0CC-1A36F377AC8C}" srcId="{6211A42E-5AE9-42F2-ADF3-705592670603}" destId="{6CE046A3-355F-4363-84FC-9BD9C714BACE}" srcOrd="0" destOrd="0" parTransId="{9F28BAA4-EAD9-48A2-8AD4-6C49933D9C7E}" sibTransId="{1629456F-325D-4579-B012-40ABAB13FB59}"/>
    <dgm:cxn modelId="{E524D4F2-D468-47CA-BA47-8D37099C9C4C}" srcId="{1A57ADF4-8DA4-42F0-B840-F96D33E52A0F}" destId="{6B1E3094-AEE8-48C8-AE8F-3D2192D0F2FB}" srcOrd="0" destOrd="0" parTransId="{61E85E4C-AF6A-4E17-BBDB-73DB961D2E0D}" sibTransId="{1B6200F9-82F2-4A02-947F-9BBAFB450919}"/>
    <dgm:cxn modelId="{3049E1F4-9FD8-4F96-9A6F-E6F8DF8617D8}" type="presOf" srcId="{BA0E280A-5F62-4B8C-8C83-98DD5B3389B3}" destId="{E03C023D-744D-45A2-961D-12C843DD14DD}" srcOrd="0" destOrd="0" presId="urn:microsoft.com/office/officeart/2005/8/layout/hList1"/>
    <dgm:cxn modelId="{95D3B7F8-254A-46FB-AAAD-56B93A5395C0}" type="presOf" srcId="{6B1E3094-AEE8-48C8-AE8F-3D2192D0F2FB}" destId="{A36380BF-8BD9-4292-8122-BC223D3738A6}" srcOrd="0" destOrd="0" presId="urn:microsoft.com/office/officeart/2005/8/layout/hList1"/>
    <dgm:cxn modelId="{9E573241-4BFA-4897-8859-2FDEEFC333A9}" type="presParOf" srcId="{901373A7-25D9-4307-B621-CEC770DB71A5}" destId="{74FA5DAC-9FB3-4D2C-B85F-CD18E4CBA801}" srcOrd="0" destOrd="0" presId="urn:microsoft.com/office/officeart/2005/8/layout/hList1"/>
    <dgm:cxn modelId="{A7C4408E-A225-4E08-B8D2-7CE810CE0484}" type="presParOf" srcId="{74FA5DAC-9FB3-4D2C-B85F-CD18E4CBA801}" destId="{A36380BF-8BD9-4292-8122-BC223D3738A6}" srcOrd="0" destOrd="0" presId="urn:microsoft.com/office/officeart/2005/8/layout/hList1"/>
    <dgm:cxn modelId="{5809ACFA-0EEC-4129-B008-4AD352F78AB6}" type="presParOf" srcId="{74FA5DAC-9FB3-4D2C-B85F-CD18E4CBA801}" destId="{6799D4C0-EA5C-48E6-9D6D-C276B2F9D939}" srcOrd="1" destOrd="0" presId="urn:microsoft.com/office/officeart/2005/8/layout/hList1"/>
    <dgm:cxn modelId="{EC4F3087-0CCC-434B-A55D-47492BAF441F}" type="presParOf" srcId="{901373A7-25D9-4307-B621-CEC770DB71A5}" destId="{34A500E8-D868-4F3F-B139-5FAE4619FD8B}" srcOrd="1" destOrd="0" presId="urn:microsoft.com/office/officeart/2005/8/layout/hList1"/>
    <dgm:cxn modelId="{BBC51B53-B460-4E77-8E97-E20017F5C1CF}" type="presParOf" srcId="{901373A7-25D9-4307-B621-CEC770DB71A5}" destId="{CAD13897-2FF1-4312-A33E-26C7AF2D573B}" srcOrd="2" destOrd="0" presId="urn:microsoft.com/office/officeart/2005/8/layout/hList1"/>
    <dgm:cxn modelId="{0AAD1598-6712-4771-821C-1BA0D25E45A8}" type="presParOf" srcId="{CAD13897-2FF1-4312-A33E-26C7AF2D573B}" destId="{3F6632B5-9EAE-4A72-A91C-F56D2F6EE77A}" srcOrd="0" destOrd="0" presId="urn:microsoft.com/office/officeart/2005/8/layout/hList1"/>
    <dgm:cxn modelId="{6375DCCB-4A9D-417F-A02B-AC8F4C2B5A83}" type="presParOf" srcId="{CAD13897-2FF1-4312-A33E-26C7AF2D573B}" destId="{E03C023D-744D-45A2-961D-12C843DD14DD}" srcOrd="1" destOrd="0" presId="urn:microsoft.com/office/officeart/2005/8/layout/hList1"/>
    <dgm:cxn modelId="{05391A6F-013A-4016-BFC3-B6A522F9C11F}" type="presParOf" srcId="{901373A7-25D9-4307-B621-CEC770DB71A5}" destId="{11F530D1-D9DE-43AB-A72C-9C7C210E14B9}" srcOrd="3" destOrd="0" presId="urn:microsoft.com/office/officeart/2005/8/layout/hList1"/>
    <dgm:cxn modelId="{5409DA1A-DF25-4906-8FBC-63F81114559C}" type="presParOf" srcId="{901373A7-25D9-4307-B621-CEC770DB71A5}" destId="{5A3E790A-587F-470E-8132-DBFE3606DAA8}" srcOrd="4" destOrd="0" presId="urn:microsoft.com/office/officeart/2005/8/layout/hList1"/>
    <dgm:cxn modelId="{D1DC64E7-8051-471F-A5A9-65CC670B9DFC}" type="presParOf" srcId="{5A3E790A-587F-470E-8132-DBFE3606DAA8}" destId="{811B7599-1BB5-4F29-BFE5-C01FB1CE0BA2}" srcOrd="0" destOrd="0" presId="urn:microsoft.com/office/officeart/2005/8/layout/hList1"/>
    <dgm:cxn modelId="{79A7E02E-0ADE-48DB-B62D-6D4D66066CA2}" type="presParOf" srcId="{5A3E790A-587F-470E-8132-DBFE3606DAA8}" destId="{BC4AE88D-D6DE-40CE-A9DA-D54449CBB395}" srcOrd="1" destOrd="0" presId="urn:microsoft.com/office/officeart/2005/8/layout/hList1"/>
    <dgm:cxn modelId="{7312E173-572B-44B5-B8A1-0A46DEB381CE}" type="presParOf" srcId="{901373A7-25D9-4307-B621-CEC770DB71A5}" destId="{80EE9567-B18D-4BEB-BD4C-C57D3AB482B1}" srcOrd="5" destOrd="0" presId="urn:microsoft.com/office/officeart/2005/8/layout/hList1"/>
    <dgm:cxn modelId="{95A16F38-50A5-4F83-91E6-B4FDF4ECE278}" type="presParOf" srcId="{901373A7-25D9-4307-B621-CEC770DB71A5}" destId="{E041A099-2432-421A-82EB-DC025F7218EB}" srcOrd="6" destOrd="0" presId="urn:microsoft.com/office/officeart/2005/8/layout/hList1"/>
    <dgm:cxn modelId="{372C0632-EBD2-41A6-9CCB-7B6A48D1DD0B}" type="presParOf" srcId="{E041A099-2432-421A-82EB-DC025F7218EB}" destId="{478433F0-9DB6-4EE5-8D39-65F345B1D82F}" srcOrd="0" destOrd="0" presId="urn:microsoft.com/office/officeart/2005/8/layout/hList1"/>
    <dgm:cxn modelId="{A395DAC8-8A8F-45BE-905E-01F17D43E3FB}" type="presParOf" srcId="{E041A099-2432-421A-82EB-DC025F7218EB}" destId="{F713E966-19B8-4F34-9E1A-AEBE2FBED5AF}" srcOrd="1" destOrd="0" presId="urn:microsoft.com/office/officeart/2005/8/layout/hList1"/>
    <dgm:cxn modelId="{C6196BCA-0F10-4F44-B10A-2A760021EED3}" type="presParOf" srcId="{901373A7-25D9-4307-B621-CEC770DB71A5}" destId="{08854E23-D06F-4927-BF9D-080F5FF03EA6}" srcOrd="7" destOrd="0" presId="urn:microsoft.com/office/officeart/2005/8/layout/hList1"/>
    <dgm:cxn modelId="{0C13DA04-C78D-46D0-BE40-32D4DEA5AF4B}" type="presParOf" srcId="{901373A7-25D9-4307-B621-CEC770DB71A5}" destId="{3064683F-66D2-42E9-88DE-F8B2B0C01BAE}" srcOrd="8" destOrd="0" presId="urn:microsoft.com/office/officeart/2005/8/layout/hList1"/>
    <dgm:cxn modelId="{E1ED23EF-F2B6-4AFE-8B3F-68B32C429BF6}" type="presParOf" srcId="{3064683F-66D2-42E9-88DE-F8B2B0C01BAE}" destId="{5BF980DE-036E-4A76-B500-C5F89ACA5FD0}" srcOrd="0" destOrd="0" presId="urn:microsoft.com/office/officeart/2005/8/layout/hList1"/>
    <dgm:cxn modelId="{4FCC671F-567A-4DC3-8DE0-5B401D0514D7}" type="presParOf" srcId="{3064683F-66D2-42E9-88DE-F8B2B0C01BAE}" destId="{17162700-B2AA-44D5-BFCF-E7AD5324AC1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2331C28-6060-4E4D-A2BA-42112085C784}" type="doc">
      <dgm:prSet loTypeId="urn:microsoft.com/office/officeart/2005/8/layout/vList5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50982CB-ED10-44AC-AEAD-CD3590973916}">
      <dgm:prSet/>
      <dgm:spPr/>
      <dgm:t>
        <a:bodyPr/>
        <a:lstStyle/>
        <a:p>
          <a:r>
            <a:rPr lang="en-US"/>
            <a:t>Low-level resource metrics</a:t>
          </a:r>
        </a:p>
      </dgm:t>
    </dgm:pt>
    <dgm:pt modelId="{5A9ABA03-7874-4AA3-B2A1-7FA9A77CB749}" type="parTrans" cxnId="{3AA3E1F7-A61B-417C-844C-AC353B22DA6A}">
      <dgm:prSet/>
      <dgm:spPr/>
      <dgm:t>
        <a:bodyPr/>
        <a:lstStyle/>
        <a:p>
          <a:endParaRPr lang="en-US"/>
        </a:p>
      </dgm:t>
    </dgm:pt>
    <dgm:pt modelId="{3A2AD707-AB9C-463E-A341-C104621F9FC2}" type="sibTrans" cxnId="{3AA3E1F7-A61B-417C-844C-AC353B22DA6A}">
      <dgm:prSet/>
      <dgm:spPr/>
      <dgm:t>
        <a:bodyPr/>
        <a:lstStyle/>
        <a:p>
          <a:endParaRPr lang="en-US"/>
        </a:p>
      </dgm:t>
    </dgm:pt>
    <dgm:pt modelId="{4E7E107D-897B-4037-8D3B-592659BE69F5}">
      <dgm:prSet/>
      <dgm:spPr/>
      <dgm:t>
        <a:bodyPr/>
        <a:lstStyle/>
        <a:p>
          <a:r>
            <a:rPr lang="en-US"/>
            <a:t>Multi KPIs are composed, aggregated, or converted to for high-level 	SLOs</a:t>
          </a:r>
        </a:p>
      </dgm:t>
    </dgm:pt>
    <dgm:pt modelId="{3FC803FD-5DB9-4416-B4CD-80FB27569F57}" type="parTrans" cxnId="{1DED54ED-75FE-42F1-8680-D0716D91C9F1}">
      <dgm:prSet/>
      <dgm:spPr/>
      <dgm:t>
        <a:bodyPr/>
        <a:lstStyle/>
        <a:p>
          <a:endParaRPr lang="en-US"/>
        </a:p>
      </dgm:t>
    </dgm:pt>
    <dgm:pt modelId="{C47A781B-E5F0-4107-B515-689B0D333404}" type="sibTrans" cxnId="{1DED54ED-75FE-42F1-8680-D0716D91C9F1}">
      <dgm:prSet/>
      <dgm:spPr/>
      <dgm:t>
        <a:bodyPr/>
        <a:lstStyle/>
        <a:p>
          <a:endParaRPr lang="en-US"/>
        </a:p>
      </dgm:t>
    </dgm:pt>
    <dgm:pt modelId="{2CD9CCDA-E6A3-4284-813B-0BE3E2E0627C}">
      <dgm:prSet/>
      <dgm:spPr/>
      <dgm:t>
        <a:bodyPr/>
        <a:lstStyle/>
        <a:p>
          <a:r>
            <a:rPr lang="en-US"/>
            <a:t>Example:</a:t>
          </a:r>
        </a:p>
      </dgm:t>
    </dgm:pt>
    <dgm:pt modelId="{40591E38-F44D-45A4-969B-BB81FBD723C9}" type="parTrans" cxnId="{D0DA53F5-591C-4157-B3C0-0D86400DE4E2}">
      <dgm:prSet/>
      <dgm:spPr/>
      <dgm:t>
        <a:bodyPr/>
        <a:lstStyle/>
        <a:p>
          <a:endParaRPr lang="en-US"/>
        </a:p>
      </dgm:t>
    </dgm:pt>
    <dgm:pt modelId="{E6FABB90-0468-49F2-BA19-79372B055151}" type="sibTrans" cxnId="{D0DA53F5-591C-4157-B3C0-0D86400DE4E2}">
      <dgm:prSet/>
      <dgm:spPr/>
      <dgm:t>
        <a:bodyPr/>
        <a:lstStyle/>
        <a:p>
          <a:endParaRPr lang="en-US"/>
        </a:p>
      </dgm:t>
    </dgm:pt>
    <dgm:pt modelId="{C9A7C2AE-9F41-4215-84EE-D6C5293A71D5}">
      <dgm:prSet/>
      <dgm:spPr/>
      <dgm:t>
        <a:bodyPr/>
        <a:lstStyle/>
        <a:p>
          <a:r>
            <a:rPr lang="en-US"/>
            <a:t>Downtime, uptime, inbytes, outbytes, packet size, etc.</a:t>
          </a:r>
        </a:p>
      </dgm:t>
    </dgm:pt>
    <dgm:pt modelId="{E14E45D1-B9E0-4731-8F8E-06CB9F75F869}" type="parTrans" cxnId="{A441AFF0-8F19-4A9B-802E-6F0493AE5171}">
      <dgm:prSet/>
      <dgm:spPr/>
      <dgm:t>
        <a:bodyPr/>
        <a:lstStyle/>
        <a:p>
          <a:endParaRPr lang="en-US"/>
        </a:p>
      </dgm:t>
    </dgm:pt>
    <dgm:pt modelId="{808B65D2-59CC-46D7-A799-4A7618D461D5}" type="sibTrans" cxnId="{A441AFF0-8F19-4A9B-802E-6F0493AE5171}">
      <dgm:prSet/>
      <dgm:spPr/>
      <dgm:t>
        <a:bodyPr/>
        <a:lstStyle/>
        <a:p>
          <a:endParaRPr lang="en-US"/>
        </a:p>
      </dgm:t>
    </dgm:pt>
    <dgm:pt modelId="{C07706BB-2B9F-4C10-9A1F-5CCD9B7C8824}">
      <dgm:prSet/>
      <dgm:spPr/>
      <dgm:t>
        <a:bodyPr/>
        <a:lstStyle/>
        <a:p>
          <a:r>
            <a:rPr lang="en-US"/>
            <a:t>Possible mapping:</a:t>
          </a:r>
        </a:p>
      </dgm:t>
    </dgm:pt>
    <dgm:pt modelId="{C92B8C33-FA63-45C9-9634-A67D2DE5F8C7}" type="parTrans" cxnId="{1BD0CD9F-ABAE-4613-91EA-C7D0DC8723B8}">
      <dgm:prSet/>
      <dgm:spPr/>
      <dgm:t>
        <a:bodyPr/>
        <a:lstStyle/>
        <a:p>
          <a:endParaRPr lang="en-US"/>
        </a:p>
      </dgm:t>
    </dgm:pt>
    <dgm:pt modelId="{CD6923D6-F47D-4F4D-8259-3B344D8407AC}" type="sibTrans" cxnId="{1BD0CD9F-ABAE-4613-91EA-C7D0DC8723B8}">
      <dgm:prSet/>
      <dgm:spPr/>
      <dgm:t>
        <a:bodyPr/>
        <a:lstStyle/>
        <a:p>
          <a:endParaRPr lang="en-US"/>
        </a:p>
      </dgm:t>
    </dgm:pt>
    <dgm:pt modelId="{FE91AF6A-1825-4C83-91B8-186873DF8CDC}">
      <dgm:prSet/>
      <dgm:spPr/>
      <dgm:t>
        <a:bodyPr/>
        <a:lstStyle/>
        <a:p>
          <a:r>
            <a:rPr lang="en-US"/>
            <a:t>Availability(A) = 1- (downtime/uptime)</a:t>
          </a:r>
        </a:p>
      </dgm:t>
    </dgm:pt>
    <dgm:pt modelId="{CBBCD513-5340-4238-BD1A-48ABF98ACF07}" type="parTrans" cxnId="{402C0C35-6DEB-45F6-A916-22449EB5A22A}">
      <dgm:prSet/>
      <dgm:spPr/>
      <dgm:t>
        <a:bodyPr/>
        <a:lstStyle/>
        <a:p>
          <a:endParaRPr lang="en-US"/>
        </a:p>
      </dgm:t>
    </dgm:pt>
    <dgm:pt modelId="{C0B6EF67-94F9-4CD2-BDCB-A7841A3726BF}" type="sibTrans" cxnId="{402C0C35-6DEB-45F6-A916-22449EB5A22A}">
      <dgm:prSet/>
      <dgm:spPr/>
      <dgm:t>
        <a:bodyPr/>
        <a:lstStyle/>
        <a:p>
          <a:endParaRPr lang="en-US"/>
        </a:p>
      </dgm:t>
    </dgm:pt>
    <dgm:pt modelId="{70858512-DFBA-4904-8D9D-4BB7CF8A9BA2}" type="pres">
      <dgm:prSet presAssocID="{62331C28-6060-4E4D-A2BA-42112085C784}" presName="Name0" presStyleCnt="0">
        <dgm:presLayoutVars>
          <dgm:dir/>
          <dgm:animLvl val="lvl"/>
          <dgm:resizeHandles val="exact"/>
        </dgm:presLayoutVars>
      </dgm:prSet>
      <dgm:spPr/>
    </dgm:pt>
    <dgm:pt modelId="{E72D1049-4E1E-425C-B3DA-ABD6547F727B}" type="pres">
      <dgm:prSet presAssocID="{D50982CB-ED10-44AC-AEAD-CD3590973916}" presName="linNode" presStyleCnt="0"/>
      <dgm:spPr/>
    </dgm:pt>
    <dgm:pt modelId="{56CA7389-F3FF-4F6F-9810-B821F069640E}" type="pres">
      <dgm:prSet presAssocID="{D50982CB-ED10-44AC-AEAD-CD3590973916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739878D4-6C69-42B5-9A62-EF7D73AFDEE2}" type="pres">
      <dgm:prSet presAssocID="{3A2AD707-AB9C-463E-A341-C104621F9FC2}" presName="sp" presStyleCnt="0"/>
      <dgm:spPr/>
    </dgm:pt>
    <dgm:pt modelId="{2322C9DA-57C4-4283-835D-4B0FA549CC09}" type="pres">
      <dgm:prSet presAssocID="{4E7E107D-897B-4037-8D3B-592659BE69F5}" presName="linNode" presStyleCnt="0"/>
      <dgm:spPr/>
    </dgm:pt>
    <dgm:pt modelId="{D240CEFC-A597-49F7-A9B1-F882F2492E49}" type="pres">
      <dgm:prSet presAssocID="{4E7E107D-897B-4037-8D3B-592659BE69F5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E1C69181-E134-4D19-9AB7-764B96A6D9F5}" type="pres">
      <dgm:prSet presAssocID="{C47A781B-E5F0-4107-B515-689B0D333404}" presName="sp" presStyleCnt="0"/>
      <dgm:spPr/>
    </dgm:pt>
    <dgm:pt modelId="{E983DC67-EE9D-4F46-9DA7-16AC62A9B6E8}" type="pres">
      <dgm:prSet presAssocID="{2CD9CCDA-E6A3-4284-813B-0BE3E2E0627C}" presName="linNode" presStyleCnt="0"/>
      <dgm:spPr/>
    </dgm:pt>
    <dgm:pt modelId="{96F041D6-1631-4E14-90FE-DEF9691094BB}" type="pres">
      <dgm:prSet presAssocID="{2CD9CCDA-E6A3-4284-813B-0BE3E2E0627C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A9499E1C-CCBC-4453-BFBF-5FE8A4ADC421}" type="pres">
      <dgm:prSet presAssocID="{2CD9CCDA-E6A3-4284-813B-0BE3E2E0627C}" presName="descendantText" presStyleLbl="alignAccFollowNode1" presStyleIdx="0" presStyleCnt="2">
        <dgm:presLayoutVars>
          <dgm:bulletEnabled val="1"/>
        </dgm:presLayoutVars>
      </dgm:prSet>
      <dgm:spPr/>
    </dgm:pt>
    <dgm:pt modelId="{5850EADE-AFAA-4233-AB61-C564E2CB1500}" type="pres">
      <dgm:prSet presAssocID="{E6FABB90-0468-49F2-BA19-79372B055151}" presName="sp" presStyleCnt="0"/>
      <dgm:spPr/>
    </dgm:pt>
    <dgm:pt modelId="{0A3F448F-F7EC-4E29-B535-732CE7EE6BAF}" type="pres">
      <dgm:prSet presAssocID="{C07706BB-2B9F-4C10-9A1F-5CCD9B7C8824}" presName="linNode" presStyleCnt="0"/>
      <dgm:spPr/>
    </dgm:pt>
    <dgm:pt modelId="{5554D12F-6DD4-4FBE-B1CE-EAA341A189D6}" type="pres">
      <dgm:prSet presAssocID="{C07706BB-2B9F-4C10-9A1F-5CCD9B7C8824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00FB28B1-46C1-49E0-B195-A70A959B2BB0}" type="pres">
      <dgm:prSet presAssocID="{C07706BB-2B9F-4C10-9A1F-5CCD9B7C8824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232F4010-F8E8-442F-AB79-E3193011A7E5}" type="presOf" srcId="{4E7E107D-897B-4037-8D3B-592659BE69F5}" destId="{D240CEFC-A597-49F7-A9B1-F882F2492E49}" srcOrd="0" destOrd="0" presId="urn:microsoft.com/office/officeart/2005/8/layout/vList5"/>
    <dgm:cxn modelId="{C328392F-10F5-4E74-9E65-AEFA50AA5F71}" type="presOf" srcId="{C9A7C2AE-9F41-4215-84EE-D6C5293A71D5}" destId="{A9499E1C-CCBC-4453-BFBF-5FE8A4ADC421}" srcOrd="0" destOrd="0" presId="urn:microsoft.com/office/officeart/2005/8/layout/vList5"/>
    <dgm:cxn modelId="{065CD332-BE3F-4BD2-866A-706531057D71}" type="presOf" srcId="{62331C28-6060-4E4D-A2BA-42112085C784}" destId="{70858512-DFBA-4904-8D9D-4BB7CF8A9BA2}" srcOrd="0" destOrd="0" presId="urn:microsoft.com/office/officeart/2005/8/layout/vList5"/>
    <dgm:cxn modelId="{402C0C35-6DEB-45F6-A916-22449EB5A22A}" srcId="{C07706BB-2B9F-4C10-9A1F-5CCD9B7C8824}" destId="{FE91AF6A-1825-4C83-91B8-186873DF8CDC}" srcOrd="0" destOrd="0" parTransId="{CBBCD513-5340-4238-BD1A-48ABF98ACF07}" sibTransId="{C0B6EF67-94F9-4CD2-BDCB-A7841A3726BF}"/>
    <dgm:cxn modelId="{C0A4A390-DA19-4EE1-BCD2-EFDAD4FD6FD1}" type="presOf" srcId="{D50982CB-ED10-44AC-AEAD-CD3590973916}" destId="{56CA7389-F3FF-4F6F-9810-B821F069640E}" srcOrd="0" destOrd="0" presId="urn:microsoft.com/office/officeart/2005/8/layout/vList5"/>
    <dgm:cxn modelId="{8024A293-A61D-4627-9C1D-68958B485370}" type="presOf" srcId="{C07706BB-2B9F-4C10-9A1F-5CCD9B7C8824}" destId="{5554D12F-6DD4-4FBE-B1CE-EAA341A189D6}" srcOrd="0" destOrd="0" presId="urn:microsoft.com/office/officeart/2005/8/layout/vList5"/>
    <dgm:cxn modelId="{1BD0CD9F-ABAE-4613-91EA-C7D0DC8723B8}" srcId="{62331C28-6060-4E4D-A2BA-42112085C784}" destId="{C07706BB-2B9F-4C10-9A1F-5CCD9B7C8824}" srcOrd="3" destOrd="0" parTransId="{C92B8C33-FA63-45C9-9634-A67D2DE5F8C7}" sibTransId="{CD6923D6-F47D-4F4D-8259-3B344D8407AC}"/>
    <dgm:cxn modelId="{46290BAE-58F7-49AB-9263-0416DDEF91B8}" type="presOf" srcId="{2CD9CCDA-E6A3-4284-813B-0BE3E2E0627C}" destId="{96F041D6-1631-4E14-90FE-DEF9691094BB}" srcOrd="0" destOrd="0" presId="urn:microsoft.com/office/officeart/2005/8/layout/vList5"/>
    <dgm:cxn modelId="{4270EED3-623E-4E31-8816-363385914588}" type="presOf" srcId="{FE91AF6A-1825-4C83-91B8-186873DF8CDC}" destId="{00FB28B1-46C1-49E0-B195-A70A959B2BB0}" srcOrd="0" destOrd="0" presId="urn:microsoft.com/office/officeart/2005/8/layout/vList5"/>
    <dgm:cxn modelId="{1DED54ED-75FE-42F1-8680-D0716D91C9F1}" srcId="{62331C28-6060-4E4D-A2BA-42112085C784}" destId="{4E7E107D-897B-4037-8D3B-592659BE69F5}" srcOrd="1" destOrd="0" parTransId="{3FC803FD-5DB9-4416-B4CD-80FB27569F57}" sibTransId="{C47A781B-E5F0-4107-B515-689B0D333404}"/>
    <dgm:cxn modelId="{A441AFF0-8F19-4A9B-802E-6F0493AE5171}" srcId="{2CD9CCDA-E6A3-4284-813B-0BE3E2E0627C}" destId="{C9A7C2AE-9F41-4215-84EE-D6C5293A71D5}" srcOrd="0" destOrd="0" parTransId="{E14E45D1-B9E0-4731-8F8E-06CB9F75F869}" sibTransId="{808B65D2-59CC-46D7-A799-4A7618D461D5}"/>
    <dgm:cxn modelId="{D0DA53F5-591C-4157-B3C0-0D86400DE4E2}" srcId="{62331C28-6060-4E4D-A2BA-42112085C784}" destId="{2CD9CCDA-E6A3-4284-813B-0BE3E2E0627C}" srcOrd="2" destOrd="0" parTransId="{40591E38-F44D-45A4-969B-BB81FBD723C9}" sibTransId="{E6FABB90-0468-49F2-BA19-79372B055151}"/>
    <dgm:cxn modelId="{3AA3E1F7-A61B-417C-844C-AC353B22DA6A}" srcId="{62331C28-6060-4E4D-A2BA-42112085C784}" destId="{D50982CB-ED10-44AC-AEAD-CD3590973916}" srcOrd="0" destOrd="0" parTransId="{5A9ABA03-7874-4AA3-B2A1-7FA9A77CB749}" sibTransId="{3A2AD707-AB9C-463E-A341-C104621F9FC2}"/>
    <dgm:cxn modelId="{8A29F09F-D5E3-445E-8176-4BF90EE9011C}" type="presParOf" srcId="{70858512-DFBA-4904-8D9D-4BB7CF8A9BA2}" destId="{E72D1049-4E1E-425C-B3DA-ABD6547F727B}" srcOrd="0" destOrd="0" presId="urn:microsoft.com/office/officeart/2005/8/layout/vList5"/>
    <dgm:cxn modelId="{636B0983-02B6-47A6-8527-E7D6A8A1AA27}" type="presParOf" srcId="{E72D1049-4E1E-425C-B3DA-ABD6547F727B}" destId="{56CA7389-F3FF-4F6F-9810-B821F069640E}" srcOrd="0" destOrd="0" presId="urn:microsoft.com/office/officeart/2005/8/layout/vList5"/>
    <dgm:cxn modelId="{2AA0B420-45CF-4555-BB38-D514B6C981DB}" type="presParOf" srcId="{70858512-DFBA-4904-8D9D-4BB7CF8A9BA2}" destId="{739878D4-6C69-42B5-9A62-EF7D73AFDEE2}" srcOrd="1" destOrd="0" presId="urn:microsoft.com/office/officeart/2005/8/layout/vList5"/>
    <dgm:cxn modelId="{6389B268-8B97-4D3C-BC6E-01E286C42BFD}" type="presParOf" srcId="{70858512-DFBA-4904-8D9D-4BB7CF8A9BA2}" destId="{2322C9DA-57C4-4283-835D-4B0FA549CC09}" srcOrd="2" destOrd="0" presId="urn:microsoft.com/office/officeart/2005/8/layout/vList5"/>
    <dgm:cxn modelId="{FCF696B2-6549-4F2D-B0B3-CF84645A8439}" type="presParOf" srcId="{2322C9DA-57C4-4283-835D-4B0FA549CC09}" destId="{D240CEFC-A597-49F7-A9B1-F882F2492E49}" srcOrd="0" destOrd="0" presId="urn:microsoft.com/office/officeart/2005/8/layout/vList5"/>
    <dgm:cxn modelId="{F640E7C3-3F64-4381-A055-12EF2AE6ACA1}" type="presParOf" srcId="{70858512-DFBA-4904-8D9D-4BB7CF8A9BA2}" destId="{E1C69181-E134-4D19-9AB7-764B96A6D9F5}" srcOrd="3" destOrd="0" presId="urn:microsoft.com/office/officeart/2005/8/layout/vList5"/>
    <dgm:cxn modelId="{0FC4DA47-B191-481D-BB6A-6EF229F0AFDD}" type="presParOf" srcId="{70858512-DFBA-4904-8D9D-4BB7CF8A9BA2}" destId="{E983DC67-EE9D-4F46-9DA7-16AC62A9B6E8}" srcOrd="4" destOrd="0" presId="urn:microsoft.com/office/officeart/2005/8/layout/vList5"/>
    <dgm:cxn modelId="{7BE12B1D-03E0-43E6-B462-E99F794DCFCA}" type="presParOf" srcId="{E983DC67-EE9D-4F46-9DA7-16AC62A9B6E8}" destId="{96F041D6-1631-4E14-90FE-DEF9691094BB}" srcOrd="0" destOrd="0" presId="urn:microsoft.com/office/officeart/2005/8/layout/vList5"/>
    <dgm:cxn modelId="{CE52637E-A77E-4FD9-A712-0A0AAB5CC558}" type="presParOf" srcId="{E983DC67-EE9D-4F46-9DA7-16AC62A9B6E8}" destId="{A9499E1C-CCBC-4453-BFBF-5FE8A4ADC421}" srcOrd="1" destOrd="0" presId="urn:microsoft.com/office/officeart/2005/8/layout/vList5"/>
    <dgm:cxn modelId="{A1CD5119-93EF-4A78-996F-3E0F49B8CCC8}" type="presParOf" srcId="{70858512-DFBA-4904-8D9D-4BB7CF8A9BA2}" destId="{5850EADE-AFAA-4233-AB61-C564E2CB1500}" srcOrd="5" destOrd="0" presId="urn:microsoft.com/office/officeart/2005/8/layout/vList5"/>
    <dgm:cxn modelId="{13C07091-43B9-4F8C-B7FA-62D6DCBE2737}" type="presParOf" srcId="{70858512-DFBA-4904-8D9D-4BB7CF8A9BA2}" destId="{0A3F448F-F7EC-4E29-B535-732CE7EE6BAF}" srcOrd="6" destOrd="0" presId="urn:microsoft.com/office/officeart/2005/8/layout/vList5"/>
    <dgm:cxn modelId="{9BDDCFC3-F369-40DD-801E-D2A0132C0237}" type="presParOf" srcId="{0A3F448F-F7EC-4E29-B535-732CE7EE6BAF}" destId="{5554D12F-6DD4-4FBE-B1CE-EAA341A189D6}" srcOrd="0" destOrd="0" presId="urn:microsoft.com/office/officeart/2005/8/layout/vList5"/>
    <dgm:cxn modelId="{0FEE0D90-9CAA-48B6-9ECC-9F38BE7DE2C9}" type="presParOf" srcId="{0A3F448F-F7EC-4E29-B535-732CE7EE6BAF}" destId="{00FB28B1-46C1-49E0-B195-A70A959B2BB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ADD4F15-3C5A-4AD3-ACA3-F1EA1F7BAB8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B03B191-ABB2-45AA-B6F5-869AF5D24371}">
      <dgm:prSet/>
      <dgm:spPr/>
      <dgm:t>
        <a:bodyPr/>
        <a:lstStyle/>
        <a:p>
          <a:r>
            <a:rPr lang="en-US"/>
            <a:t>Agility</a:t>
          </a:r>
        </a:p>
      </dgm:t>
    </dgm:pt>
    <dgm:pt modelId="{2B526E9B-D735-42F4-A356-B2A566C69AD6}" type="parTrans" cxnId="{36DF91E3-5AA4-4EDB-AA61-D801686F392D}">
      <dgm:prSet/>
      <dgm:spPr/>
      <dgm:t>
        <a:bodyPr/>
        <a:lstStyle/>
        <a:p>
          <a:endParaRPr lang="en-US"/>
        </a:p>
      </dgm:t>
    </dgm:pt>
    <dgm:pt modelId="{35EC7F32-623B-42AB-8620-C24CCF3E793E}" type="sibTrans" cxnId="{36DF91E3-5AA4-4EDB-AA61-D801686F392D}">
      <dgm:prSet/>
      <dgm:spPr/>
      <dgm:t>
        <a:bodyPr/>
        <a:lstStyle/>
        <a:p>
          <a:endParaRPr lang="en-US"/>
        </a:p>
      </dgm:t>
    </dgm:pt>
    <dgm:pt modelId="{43350D76-8290-4869-9985-BEBE1F0297B0}">
      <dgm:prSet/>
      <dgm:spPr/>
      <dgm:t>
        <a:bodyPr/>
        <a:lstStyle/>
        <a:p>
          <a:r>
            <a:rPr lang="en-US"/>
            <a:t>Provider responds as consumer's resource load scales up and down</a:t>
          </a:r>
        </a:p>
      </dgm:t>
    </dgm:pt>
    <dgm:pt modelId="{FD1B72BE-705E-452A-8628-437E32F5E6F3}" type="parTrans" cxnId="{2A482A7E-ED1E-447B-AFC0-93F5441963FB}">
      <dgm:prSet/>
      <dgm:spPr/>
      <dgm:t>
        <a:bodyPr/>
        <a:lstStyle/>
        <a:p>
          <a:endParaRPr lang="en-US"/>
        </a:p>
      </dgm:t>
    </dgm:pt>
    <dgm:pt modelId="{1B1061FB-39E3-4D49-86DC-2D9373DBE474}" type="sibTrans" cxnId="{2A482A7E-ED1E-447B-AFC0-93F5441963FB}">
      <dgm:prSet/>
      <dgm:spPr/>
      <dgm:t>
        <a:bodyPr/>
        <a:lstStyle/>
        <a:p>
          <a:endParaRPr lang="en-US"/>
        </a:p>
      </dgm:t>
    </dgm:pt>
    <dgm:pt modelId="{A8762966-449B-45C3-AE69-A8FB02A006B5}">
      <dgm:prSet/>
      <dgm:spPr/>
      <dgm:t>
        <a:bodyPr/>
        <a:lstStyle/>
        <a:p>
          <a:r>
            <a:rPr lang="en-US"/>
            <a:t>Automation</a:t>
          </a:r>
        </a:p>
      </dgm:t>
    </dgm:pt>
    <dgm:pt modelId="{956BE0EF-FEC0-4090-9709-D2A60D73F220}" type="parTrans" cxnId="{5105B51E-EB7D-4A6E-B4A8-7E134C7B032A}">
      <dgm:prSet/>
      <dgm:spPr/>
      <dgm:t>
        <a:bodyPr/>
        <a:lstStyle/>
        <a:p>
          <a:endParaRPr lang="en-US"/>
        </a:p>
      </dgm:t>
    </dgm:pt>
    <dgm:pt modelId="{F23FB5E2-8D62-496E-901B-EF3564CC7F2F}" type="sibTrans" cxnId="{5105B51E-EB7D-4A6E-B4A8-7E134C7B032A}">
      <dgm:prSet/>
      <dgm:spPr/>
      <dgm:t>
        <a:bodyPr/>
        <a:lstStyle/>
        <a:p>
          <a:endParaRPr lang="en-US"/>
        </a:p>
      </dgm:t>
    </dgm:pt>
    <dgm:pt modelId="{10EFAA39-1955-4345-8F39-4FC7F27DF422}">
      <dgm:prSet/>
      <dgm:spPr/>
      <dgm:t>
        <a:bodyPr/>
        <a:lstStyle/>
        <a:p>
          <a:r>
            <a:rPr lang="en-US"/>
            <a:t>Percentage of requests handled without any human interaction</a:t>
          </a:r>
        </a:p>
      </dgm:t>
    </dgm:pt>
    <dgm:pt modelId="{D0910AFE-A5B4-4CC7-8D36-FDD009CDDE3A}" type="parTrans" cxnId="{7EAA728A-BAFF-4EC0-9534-67CD9C6E9617}">
      <dgm:prSet/>
      <dgm:spPr/>
      <dgm:t>
        <a:bodyPr/>
        <a:lstStyle/>
        <a:p>
          <a:endParaRPr lang="en-US"/>
        </a:p>
      </dgm:t>
    </dgm:pt>
    <dgm:pt modelId="{D80ACB3C-ECA2-46D6-B401-10045CF0CB99}" type="sibTrans" cxnId="{7EAA728A-BAFF-4EC0-9534-67CD9C6E9617}">
      <dgm:prSet/>
      <dgm:spPr/>
      <dgm:t>
        <a:bodyPr/>
        <a:lstStyle/>
        <a:p>
          <a:endParaRPr lang="en-US"/>
        </a:p>
      </dgm:t>
    </dgm:pt>
    <dgm:pt modelId="{273155BE-AE85-4DF2-912B-DED4E310B0F0}">
      <dgm:prSet/>
      <dgm:spPr/>
      <dgm:t>
        <a:bodyPr/>
        <a:lstStyle/>
        <a:p>
          <a:r>
            <a:rPr lang="en-US"/>
            <a:t>Consumer service response times</a:t>
          </a:r>
        </a:p>
      </dgm:t>
    </dgm:pt>
    <dgm:pt modelId="{4CE09923-8959-4F15-B763-5A4001A0C435}" type="parTrans" cxnId="{C367FFDF-D136-4392-80C7-9145CCBFD732}">
      <dgm:prSet/>
      <dgm:spPr/>
      <dgm:t>
        <a:bodyPr/>
        <a:lstStyle/>
        <a:p>
          <a:endParaRPr lang="en-US"/>
        </a:p>
      </dgm:t>
    </dgm:pt>
    <dgm:pt modelId="{9E5997D5-313E-4AED-9DA5-C42BA41706FB}" type="sibTrans" cxnId="{C367FFDF-D136-4392-80C7-9145CCBFD732}">
      <dgm:prSet/>
      <dgm:spPr/>
      <dgm:t>
        <a:bodyPr/>
        <a:lstStyle/>
        <a:p>
          <a:endParaRPr lang="en-US"/>
        </a:p>
      </dgm:t>
    </dgm:pt>
    <dgm:pt modelId="{67986900-C202-481E-A5D9-E41798C143DB}">
      <dgm:prSet/>
      <dgm:spPr/>
      <dgm:t>
        <a:bodyPr/>
        <a:lstStyle/>
        <a:p>
          <a:r>
            <a:rPr lang="en-US"/>
            <a:t>Provider responds to a service request</a:t>
          </a:r>
        </a:p>
      </dgm:t>
    </dgm:pt>
    <dgm:pt modelId="{E60C4D6F-E903-4432-A49F-E66EA2947905}" type="parTrans" cxnId="{E89CEEBC-3105-43C9-96BE-BC862C146A30}">
      <dgm:prSet/>
      <dgm:spPr/>
      <dgm:t>
        <a:bodyPr/>
        <a:lstStyle/>
        <a:p>
          <a:endParaRPr lang="en-US"/>
        </a:p>
      </dgm:t>
    </dgm:pt>
    <dgm:pt modelId="{54EE7302-4653-4452-AA7E-D140DE4A82B3}" type="sibTrans" cxnId="{E89CEEBC-3105-43C9-96BE-BC862C146A30}">
      <dgm:prSet/>
      <dgm:spPr/>
      <dgm:t>
        <a:bodyPr/>
        <a:lstStyle/>
        <a:p>
          <a:endParaRPr lang="en-US"/>
        </a:p>
      </dgm:t>
    </dgm:pt>
    <dgm:pt modelId="{07B0B7F3-6788-440F-80F0-53D9A46916DB}">
      <dgm:prSet/>
      <dgm:spPr/>
      <dgm:t>
        <a:bodyPr/>
        <a:lstStyle/>
        <a:p>
          <a:r>
            <a:rPr lang="en-US"/>
            <a:t>Service-level violation rate</a:t>
          </a:r>
        </a:p>
      </dgm:t>
    </dgm:pt>
    <dgm:pt modelId="{2E6D8CF8-AC5E-4534-80D7-D3DADEDAB83E}" type="parTrans" cxnId="{F1182F6C-D5CD-404B-BEB4-905060C0D179}">
      <dgm:prSet/>
      <dgm:spPr/>
      <dgm:t>
        <a:bodyPr/>
        <a:lstStyle/>
        <a:p>
          <a:endParaRPr lang="en-US"/>
        </a:p>
      </dgm:t>
    </dgm:pt>
    <dgm:pt modelId="{95173BC9-AE5C-443D-B8E3-85F986598DEC}" type="sibTrans" cxnId="{F1182F6C-D5CD-404B-BEB4-905060C0D179}">
      <dgm:prSet/>
      <dgm:spPr/>
      <dgm:t>
        <a:bodyPr/>
        <a:lstStyle/>
        <a:p>
          <a:endParaRPr lang="en-US"/>
        </a:p>
      </dgm:t>
    </dgm:pt>
    <dgm:pt modelId="{4F8BB489-286B-4D87-9B23-FE875F51EBF9}">
      <dgm:prSet/>
      <dgm:spPr/>
      <dgm:t>
        <a:bodyPr/>
        <a:lstStyle/>
        <a:p>
          <a:r>
            <a:rPr lang="en-US"/>
            <a:t>Mean rate of SLA violation</a:t>
          </a:r>
        </a:p>
      </dgm:t>
    </dgm:pt>
    <dgm:pt modelId="{C7F55C89-1928-4748-9F98-91438CBBB968}" type="parTrans" cxnId="{508208E5-0A16-4115-8992-18963E8341CD}">
      <dgm:prSet/>
      <dgm:spPr/>
      <dgm:t>
        <a:bodyPr/>
        <a:lstStyle/>
        <a:p>
          <a:endParaRPr lang="en-US"/>
        </a:p>
      </dgm:t>
    </dgm:pt>
    <dgm:pt modelId="{AF9EDA87-A19C-4A16-9A8A-E7BFDE8B16F0}" type="sibTrans" cxnId="{508208E5-0A16-4115-8992-18963E8341CD}">
      <dgm:prSet/>
      <dgm:spPr/>
      <dgm:t>
        <a:bodyPr/>
        <a:lstStyle/>
        <a:p>
          <a:endParaRPr lang="en-US"/>
        </a:p>
      </dgm:t>
    </dgm:pt>
    <dgm:pt modelId="{626E8067-E92D-44D5-9D95-86232BAC04A2}">
      <dgm:prSet/>
      <dgm:spPr/>
      <dgm:t>
        <a:bodyPr/>
        <a:lstStyle/>
        <a:p>
          <a:r>
            <a:rPr lang="en-US"/>
            <a:t>Transaction time</a:t>
          </a:r>
        </a:p>
      </dgm:t>
    </dgm:pt>
    <dgm:pt modelId="{F30968A5-FB5D-4B2A-9E64-9607263DB97B}" type="parTrans" cxnId="{678F0C4F-872A-4C4B-8F1F-EA0DC3FB6E45}">
      <dgm:prSet/>
      <dgm:spPr/>
      <dgm:t>
        <a:bodyPr/>
        <a:lstStyle/>
        <a:p>
          <a:endParaRPr lang="en-US"/>
        </a:p>
      </dgm:t>
    </dgm:pt>
    <dgm:pt modelId="{A9AEAD44-C073-4E61-B29B-4D867BD7757C}" type="sibTrans" cxnId="{678F0C4F-872A-4C4B-8F1F-EA0DC3FB6E45}">
      <dgm:prSet/>
      <dgm:spPr/>
      <dgm:t>
        <a:bodyPr/>
        <a:lstStyle/>
        <a:p>
          <a:endParaRPr lang="en-US"/>
        </a:p>
      </dgm:t>
    </dgm:pt>
    <dgm:pt modelId="{05E34C36-F38E-43A3-8051-7EC96D031513}">
      <dgm:prSet/>
      <dgm:spPr/>
      <dgm:t>
        <a:bodyPr/>
        <a:lstStyle/>
        <a:p>
          <a:r>
            <a:rPr lang="en-US"/>
            <a:t>Time elapsed from when a service invoked till completion</a:t>
          </a:r>
        </a:p>
      </dgm:t>
    </dgm:pt>
    <dgm:pt modelId="{B2FCDE5C-0D55-4B1A-B025-5D7D732ECE7D}" type="parTrans" cxnId="{7A7FA19E-746E-497B-B8E1-C41756C25132}">
      <dgm:prSet/>
      <dgm:spPr/>
      <dgm:t>
        <a:bodyPr/>
        <a:lstStyle/>
        <a:p>
          <a:endParaRPr lang="en-US"/>
        </a:p>
      </dgm:t>
    </dgm:pt>
    <dgm:pt modelId="{175DFD10-5C7F-4898-B303-30D0FC3D835B}" type="sibTrans" cxnId="{7A7FA19E-746E-497B-B8E1-C41756C25132}">
      <dgm:prSet/>
      <dgm:spPr/>
      <dgm:t>
        <a:bodyPr/>
        <a:lstStyle/>
        <a:p>
          <a:endParaRPr lang="en-US"/>
        </a:p>
      </dgm:t>
    </dgm:pt>
    <dgm:pt modelId="{B0663CE1-4EFD-4C3C-9E8E-20F902A12717}">
      <dgm:prSet/>
      <dgm:spPr/>
      <dgm:t>
        <a:bodyPr/>
        <a:lstStyle/>
        <a:p>
          <a:r>
            <a:rPr lang="en-US"/>
            <a:t>Resolution time</a:t>
          </a:r>
        </a:p>
      </dgm:t>
    </dgm:pt>
    <dgm:pt modelId="{403DB38A-E3C8-48F0-9BE1-1306102C6EFB}" type="parTrans" cxnId="{DB01303A-808B-4DD2-87EF-CE541CFD2213}">
      <dgm:prSet/>
      <dgm:spPr/>
      <dgm:t>
        <a:bodyPr/>
        <a:lstStyle/>
        <a:p>
          <a:endParaRPr lang="en-US"/>
        </a:p>
      </dgm:t>
    </dgm:pt>
    <dgm:pt modelId="{81E4AEDD-445B-4B5C-9045-193F222F2AA9}" type="sibTrans" cxnId="{DB01303A-808B-4DD2-87EF-CE541CFD2213}">
      <dgm:prSet/>
      <dgm:spPr/>
      <dgm:t>
        <a:bodyPr/>
        <a:lstStyle/>
        <a:p>
          <a:endParaRPr lang="en-US"/>
        </a:p>
      </dgm:t>
    </dgm:pt>
    <dgm:pt modelId="{28F45CB9-9D66-48E7-9D84-EC5BE0937C0B}">
      <dgm:prSet/>
      <dgm:spPr/>
      <dgm:t>
        <a:bodyPr/>
        <a:lstStyle/>
        <a:p>
          <a:r>
            <a:rPr lang="en-US"/>
            <a:t>Time period between detection of problem and resolution</a:t>
          </a:r>
        </a:p>
      </dgm:t>
    </dgm:pt>
    <dgm:pt modelId="{89D9C569-D7C9-4B92-9EB6-D05B8124B111}" type="parTrans" cxnId="{8BA1E04A-B590-42CE-A825-3C81655FAE5E}">
      <dgm:prSet/>
      <dgm:spPr/>
      <dgm:t>
        <a:bodyPr/>
        <a:lstStyle/>
        <a:p>
          <a:endParaRPr lang="en-US"/>
        </a:p>
      </dgm:t>
    </dgm:pt>
    <dgm:pt modelId="{1E46A6BA-D925-49A7-9CF1-EE1A94315BB0}" type="sibTrans" cxnId="{8BA1E04A-B590-42CE-A825-3C81655FAE5E}">
      <dgm:prSet/>
      <dgm:spPr/>
      <dgm:t>
        <a:bodyPr/>
        <a:lstStyle/>
        <a:p>
          <a:endParaRPr lang="en-US"/>
        </a:p>
      </dgm:t>
    </dgm:pt>
    <dgm:pt modelId="{D3AAC9D6-761D-441C-8884-15ECFE12F3B8}" type="pres">
      <dgm:prSet presAssocID="{0ADD4F15-3C5A-4AD3-ACA3-F1EA1F7BAB88}" presName="linear" presStyleCnt="0">
        <dgm:presLayoutVars>
          <dgm:animLvl val="lvl"/>
          <dgm:resizeHandles val="exact"/>
        </dgm:presLayoutVars>
      </dgm:prSet>
      <dgm:spPr/>
    </dgm:pt>
    <dgm:pt modelId="{E7C5387B-3A26-4BDB-8B05-9398694ED96B}" type="pres">
      <dgm:prSet presAssocID="{6B03B191-ABB2-45AA-B6F5-869AF5D24371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CC5AC4C3-A291-40BD-B08D-A7FA2D8CE599}" type="pres">
      <dgm:prSet presAssocID="{6B03B191-ABB2-45AA-B6F5-869AF5D24371}" presName="childText" presStyleLbl="revTx" presStyleIdx="0" presStyleCnt="5">
        <dgm:presLayoutVars>
          <dgm:bulletEnabled val="1"/>
        </dgm:presLayoutVars>
      </dgm:prSet>
      <dgm:spPr/>
    </dgm:pt>
    <dgm:pt modelId="{3A524E97-AA2B-4DAA-B6DB-BB69F41E5EA9}" type="pres">
      <dgm:prSet presAssocID="{A8762966-449B-45C3-AE69-A8FB02A006B5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5D5A3CB6-F197-4967-A222-4ECA98A85952}" type="pres">
      <dgm:prSet presAssocID="{A8762966-449B-45C3-AE69-A8FB02A006B5}" presName="childText" presStyleLbl="revTx" presStyleIdx="1" presStyleCnt="5">
        <dgm:presLayoutVars>
          <dgm:bulletEnabled val="1"/>
        </dgm:presLayoutVars>
      </dgm:prSet>
      <dgm:spPr/>
    </dgm:pt>
    <dgm:pt modelId="{99D6CF3C-E960-433C-B96D-A105D1087563}" type="pres">
      <dgm:prSet presAssocID="{273155BE-AE85-4DF2-912B-DED4E310B0F0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B16C3ADF-196A-42B2-BF87-55CFB1DC12CE}" type="pres">
      <dgm:prSet presAssocID="{273155BE-AE85-4DF2-912B-DED4E310B0F0}" presName="childText" presStyleLbl="revTx" presStyleIdx="2" presStyleCnt="5">
        <dgm:presLayoutVars>
          <dgm:bulletEnabled val="1"/>
        </dgm:presLayoutVars>
      </dgm:prSet>
      <dgm:spPr/>
    </dgm:pt>
    <dgm:pt modelId="{32AA6AC7-1982-4059-AD5E-8AF6C0C10E9D}" type="pres">
      <dgm:prSet presAssocID="{07B0B7F3-6788-440F-80F0-53D9A46916DB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9F1C54A4-1ED9-45B6-9E11-F591CB5551A3}" type="pres">
      <dgm:prSet presAssocID="{95173BC9-AE5C-443D-B8E3-85F986598DEC}" presName="spacer" presStyleCnt="0"/>
      <dgm:spPr/>
    </dgm:pt>
    <dgm:pt modelId="{B5C976C0-D05E-4164-8604-6EF21F7E6226}" type="pres">
      <dgm:prSet presAssocID="{4F8BB489-286B-4D87-9B23-FE875F51EBF9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C304D875-AF9D-4CD1-AD95-421DE246744E}" type="pres">
      <dgm:prSet presAssocID="{AF9EDA87-A19C-4A16-9A8A-E7BFDE8B16F0}" presName="spacer" presStyleCnt="0"/>
      <dgm:spPr/>
    </dgm:pt>
    <dgm:pt modelId="{BDD8AA71-854D-4CC5-B8A6-A0F6E7D01450}" type="pres">
      <dgm:prSet presAssocID="{626E8067-E92D-44D5-9D95-86232BAC04A2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34BBA50-EC72-4B5D-A605-DE441613C56A}" type="pres">
      <dgm:prSet presAssocID="{626E8067-E92D-44D5-9D95-86232BAC04A2}" presName="childText" presStyleLbl="revTx" presStyleIdx="3" presStyleCnt="5">
        <dgm:presLayoutVars>
          <dgm:bulletEnabled val="1"/>
        </dgm:presLayoutVars>
      </dgm:prSet>
      <dgm:spPr/>
    </dgm:pt>
    <dgm:pt modelId="{DB0929AC-D4F3-4DA6-8C11-1DD810E58A4D}" type="pres">
      <dgm:prSet presAssocID="{B0663CE1-4EFD-4C3C-9E8E-20F902A12717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AB9AFFFC-8487-45C0-8837-580955262E31}" type="pres">
      <dgm:prSet presAssocID="{B0663CE1-4EFD-4C3C-9E8E-20F902A12717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27C4D602-2399-45E3-B1AF-B8BB11EB0CD4}" type="presOf" srcId="{67986900-C202-481E-A5D9-E41798C143DB}" destId="{B16C3ADF-196A-42B2-BF87-55CFB1DC12CE}" srcOrd="0" destOrd="0" presId="urn:microsoft.com/office/officeart/2005/8/layout/vList2"/>
    <dgm:cxn modelId="{5105B51E-EB7D-4A6E-B4A8-7E134C7B032A}" srcId="{0ADD4F15-3C5A-4AD3-ACA3-F1EA1F7BAB88}" destId="{A8762966-449B-45C3-AE69-A8FB02A006B5}" srcOrd="1" destOrd="0" parTransId="{956BE0EF-FEC0-4090-9709-D2A60D73F220}" sibTransId="{F23FB5E2-8D62-496E-901B-EF3564CC7F2F}"/>
    <dgm:cxn modelId="{DB01303A-808B-4DD2-87EF-CE541CFD2213}" srcId="{0ADD4F15-3C5A-4AD3-ACA3-F1EA1F7BAB88}" destId="{B0663CE1-4EFD-4C3C-9E8E-20F902A12717}" srcOrd="6" destOrd="0" parTransId="{403DB38A-E3C8-48F0-9BE1-1306102C6EFB}" sibTransId="{81E4AEDD-445B-4B5C-9045-193F222F2AA9}"/>
    <dgm:cxn modelId="{8BA1E04A-B590-42CE-A825-3C81655FAE5E}" srcId="{B0663CE1-4EFD-4C3C-9E8E-20F902A12717}" destId="{28F45CB9-9D66-48E7-9D84-EC5BE0937C0B}" srcOrd="0" destOrd="0" parTransId="{89D9C569-D7C9-4B92-9EB6-D05B8124B111}" sibTransId="{1E46A6BA-D925-49A7-9CF1-EE1A94315BB0}"/>
    <dgm:cxn modelId="{E334B14B-7738-4848-8ED2-0FD37DF71E26}" type="presOf" srcId="{07B0B7F3-6788-440F-80F0-53D9A46916DB}" destId="{32AA6AC7-1982-4059-AD5E-8AF6C0C10E9D}" srcOrd="0" destOrd="0" presId="urn:microsoft.com/office/officeart/2005/8/layout/vList2"/>
    <dgm:cxn modelId="{F1182F6C-D5CD-404B-BEB4-905060C0D179}" srcId="{0ADD4F15-3C5A-4AD3-ACA3-F1EA1F7BAB88}" destId="{07B0B7F3-6788-440F-80F0-53D9A46916DB}" srcOrd="3" destOrd="0" parTransId="{2E6D8CF8-AC5E-4534-80D7-D3DADEDAB83E}" sibTransId="{95173BC9-AE5C-443D-B8E3-85F986598DEC}"/>
    <dgm:cxn modelId="{956C424C-22DD-4CCC-97E0-37E71BC1D6D0}" type="presOf" srcId="{A8762966-449B-45C3-AE69-A8FB02A006B5}" destId="{3A524E97-AA2B-4DAA-B6DB-BB69F41E5EA9}" srcOrd="0" destOrd="0" presId="urn:microsoft.com/office/officeart/2005/8/layout/vList2"/>
    <dgm:cxn modelId="{678F0C4F-872A-4C4B-8F1F-EA0DC3FB6E45}" srcId="{0ADD4F15-3C5A-4AD3-ACA3-F1EA1F7BAB88}" destId="{626E8067-E92D-44D5-9D95-86232BAC04A2}" srcOrd="5" destOrd="0" parTransId="{F30968A5-FB5D-4B2A-9E64-9607263DB97B}" sibTransId="{A9AEAD44-C073-4E61-B29B-4D867BD7757C}"/>
    <dgm:cxn modelId="{81A47170-A916-4E50-8456-54DAE39B76C1}" type="presOf" srcId="{6B03B191-ABB2-45AA-B6F5-869AF5D24371}" destId="{E7C5387B-3A26-4BDB-8B05-9398694ED96B}" srcOrd="0" destOrd="0" presId="urn:microsoft.com/office/officeart/2005/8/layout/vList2"/>
    <dgm:cxn modelId="{B88BC474-516F-46BF-BCC5-94AC82C32F68}" type="presOf" srcId="{4F8BB489-286B-4D87-9B23-FE875F51EBF9}" destId="{B5C976C0-D05E-4164-8604-6EF21F7E6226}" srcOrd="0" destOrd="0" presId="urn:microsoft.com/office/officeart/2005/8/layout/vList2"/>
    <dgm:cxn modelId="{2A482A7E-ED1E-447B-AFC0-93F5441963FB}" srcId="{6B03B191-ABB2-45AA-B6F5-869AF5D24371}" destId="{43350D76-8290-4869-9985-BEBE1F0297B0}" srcOrd="0" destOrd="0" parTransId="{FD1B72BE-705E-452A-8628-437E32F5E6F3}" sibTransId="{1B1061FB-39E3-4D49-86DC-2D9373DBE474}"/>
    <dgm:cxn modelId="{A5421887-D8E8-4657-8D29-A7C5B54B3C1D}" type="presOf" srcId="{626E8067-E92D-44D5-9D95-86232BAC04A2}" destId="{BDD8AA71-854D-4CC5-B8A6-A0F6E7D01450}" srcOrd="0" destOrd="0" presId="urn:microsoft.com/office/officeart/2005/8/layout/vList2"/>
    <dgm:cxn modelId="{7EAA728A-BAFF-4EC0-9534-67CD9C6E9617}" srcId="{A8762966-449B-45C3-AE69-A8FB02A006B5}" destId="{10EFAA39-1955-4345-8F39-4FC7F27DF422}" srcOrd="0" destOrd="0" parTransId="{D0910AFE-A5B4-4CC7-8D36-FDD009CDDE3A}" sibTransId="{D80ACB3C-ECA2-46D6-B401-10045CF0CB99}"/>
    <dgm:cxn modelId="{7A7FA19E-746E-497B-B8E1-C41756C25132}" srcId="{626E8067-E92D-44D5-9D95-86232BAC04A2}" destId="{05E34C36-F38E-43A3-8051-7EC96D031513}" srcOrd="0" destOrd="0" parTransId="{B2FCDE5C-0D55-4B1A-B025-5D7D732ECE7D}" sibTransId="{175DFD10-5C7F-4898-B303-30D0FC3D835B}"/>
    <dgm:cxn modelId="{A8B0E1AB-86FA-40C7-BFE1-A13D5FC156E5}" type="presOf" srcId="{0ADD4F15-3C5A-4AD3-ACA3-F1EA1F7BAB88}" destId="{D3AAC9D6-761D-441C-8884-15ECFE12F3B8}" srcOrd="0" destOrd="0" presId="urn:microsoft.com/office/officeart/2005/8/layout/vList2"/>
    <dgm:cxn modelId="{E89CEEBC-3105-43C9-96BE-BC862C146A30}" srcId="{273155BE-AE85-4DF2-912B-DED4E310B0F0}" destId="{67986900-C202-481E-A5D9-E41798C143DB}" srcOrd="0" destOrd="0" parTransId="{E60C4D6F-E903-4432-A49F-E66EA2947905}" sibTransId="{54EE7302-4653-4452-AA7E-D140DE4A82B3}"/>
    <dgm:cxn modelId="{45938BD4-9431-46A8-B892-902959AE6AE5}" type="presOf" srcId="{273155BE-AE85-4DF2-912B-DED4E310B0F0}" destId="{99D6CF3C-E960-433C-B96D-A105D1087563}" srcOrd="0" destOrd="0" presId="urn:microsoft.com/office/officeart/2005/8/layout/vList2"/>
    <dgm:cxn modelId="{C367FFDF-D136-4392-80C7-9145CCBFD732}" srcId="{0ADD4F15-3C5A-4AD3-ACA3-F1EA1F7BAB88}" destId="{273155BE-AE85-4DF2-912B-DED4E310B0F0}" srcOrd="2" destOrd="0" parTransId="{4CE09923-8959-4F15-B763-5A4001A0C435}" sibTransId="{9E5997D5-313E-4AED-9DA5-C42BA41706FB}"/>
    <dgm:cxn modelId="{F655D2E1-6705-4F52-88AB-819BB5C583B5}" type="presOf" srcId="{43350D76-8290-4869-9985-BEBE1F0297B0}" destId="{CC5AC4C3-A291-40BD-B08D-A7FA2D8CE599}" srcOrd="0" destOrd="0" presId="urn:microsoft.com/office/officeart/2005/8/layout/vList2"/>
    <dgm:cxn modelId="{36DF91E3-5AA4-4EDB-AA61-D801686F392D}" srcId="{0ADD4F15-3C5A-4AD3-ACA3-F1EA1F7BAB88}" destId="{6B03B191-ABB2-45AA-B6F5-869AF5D24371}" srcOrd="0" destOrd="0" parTransId="{2B526E9B-D735-42F4-A356-B2A566C69AD6}" sibTransId="{35EC7F32-623B-42AB-8620-C24CCF3E793E}"/>
    <dgm:cxn modelId="{508208E5-0A16-4115-8992-18963E8341CD}" srcId="{0ADD4F15-3C5A-4AD3-ACA3-F1EA1F7BAB88}" destId="{4F8BB489-286B-4D87-9B23-FE875F51EBF9}" srcOrd="4" destOrd="0" parTransId="{C7F55C89-1928-4748-9F98-91438CBBB968}" sibTransId="{AF9EDA87-A19C-4A16-9A8A-E7BFDE8B16F0}"/>
    <dgm:cxn modelId="{1C6121E6-815B-4F9F-9574-1D45EDE58F0C}" type="presOf" srcId="{10EFAA39-1955-4345-8F39-4FC7F27DF422}" destId="{5D5A3CB6-F197-4967-A222-4ECA98A85952}" srcOrd="0" destOrd="0" presId="urn:microsoft.com/office/officeart/2005/8/layout/vList2"/>
    <dgm:cxn modelId="{119A8EF0-69F4-4A24-960D-70C5A44C0A04}" type="presOf" srcId="{B0663CE1-4EFD-4C3C-9E8E-20F902A12717}" destId="{DB0929AC-D4F3-4DA6-8C11-1DD810E58A4D}" srcOrd="0" destOrd="0" presId="urn:microsoft.com/office/officeart/2005/8/layout/vList2"/>
    <dgm:cxn modelId="{DF9BFBF1-3860-4D41-B724-01CF7D8BA8FD}" type="presOf" srcId="{05E34C36-F38E-43A3-8051-7EC96D031513}" destId="{834BBA50-EC72-4B5D-A605-DE441613C56A}" srcOrd="0" destOrd="0" presId="urn:microsoft.com/office/officeart/2005/8/layout/vList2"/>
    <dgm:cxn modelId="{26D0D5FB-E0EF-4B5B-BD11-93DA7F1F15FE}" type="presOf" srcId="{28F45CB9-9D66-48E7-9D84-EC5BE0937C0B}" destId="{AB9AFFFC-8487-45C0-8837-580955262E31}" srcOrd="0" destOrd="0" presId="urn:microsoft.com/office/officeart/2005/8/layout/vList2"/>
    <dgm:cxn modelId="{2C5EBD8E-26D4-460F-9742-65FEA0E2EE21}" type="presParOf" srcId="{D3AAC9D6-761D-441C-8884-15ECFE12F3B8}" destId="{E7C5387B-3A26-4BDB-8B05-9398694ED96B}" srcOrd="0" destOrd="0" presId="urn:microsoft.com/office/officeart/2005/8/layout/vList2"/>
    <dgm:cxn modelId="{84628770-4B4D-4991-B3A6-F63ACC7A415E}" type="presParOf" srcId="{D3AAC9D6-761D-441C-8884-15ECFE12F3B8}" destId="{CC5AC4C3-A291-40BD-B08D-A7FA2D8CE599}" srcOrd="1" destOrd="0" presId="urn:microsoft.com/office/officeart/2005/8/layout/vList2"/>
    <dgm:cxn modelId="{45633DF4-EDFE-4CB2-BFD2-AF433BF9109C}" type="presParOf" srcId="{D3AAC9D6-761D-441C-8884-15ECFE12F3B8}" destId="{3A524E97-AA2B-4DAA-B6DB-BB69F41E5EA9}" srcOrd="2" destOrd="0" presId="urn:microsoft.com/office/officeart/2005/8/layout/vList2"/>
    <dgm:cxn modelId="{5EB580C7-5D9F-4D1A-B1FB-ECF94EAC18AD}" type="presParOf" srcId="{D3AAC9D6-761D-441C-8884-15ECFE12F3B8}" destId="{5D5A3CB6-F197-4967-A222-4ECA98A85952}" srcOrd="3" destOrd="0" presId="urn:microsoft.com/office/officeart/2005/8/layout/vList2"/>
    <dgm:cxn modelId="{F8E83070-04F7-4F4C-BC7E-064B593E5E30}" type="presParOf" srcId="{D3AAC9D6-761D-441C-8884-15ECFE12F3B8}" destId="{99D6CF3C-E960-433C-B96D-A105D1087563}" srcOrd="4" destOrd="0" presId="urn:microsoft.com/office/officeart/2005/8/layout/vList2"/>
    <dgm:cxn modelId="{9685B881-CC45-4B87-BB11-8092FCF10FC1}" type="presParOf" srcId="{D3AAC9D6-761D-441C-8884-15ECFE12F3B8}" destId="{B16C3ADF-196A-42B2-BF87-55CFB1DC12CE}" srcOrd="5" destOrd="0" presId="urn:microsoft.com/office/officeart/2005/8/layout/vList2"/>
    <dgm:cxn modelId="{0E2ABB10-EBC2-4744-8CC9-92BC01CAD003}" type="presParOf" srcId="{D3AAC9D6-761D-441C-8884-15ECFE12F3B8}" destId="{32AA6AC7-1982-4059-AD5E-8AF6C0C10E9D}" srcOrd="6" destOrd="0" presId="urn:microsoft.com/office/officeart/2005/8/layout/vList2"/>
    <dgm:cxn modelId="{02DD12E3-EB15-4719-B7A1-E83C3EF70EAB}" type="presParOf" srcId="{D3AAC9D6-761D-441C-8884-15ECFE12F3B8}" destId="{9F1C54A4-1ED9-45B6-9E11-F591CB5551A3}" srcOrd="7" destOrd="0" presId="urn:microsoft.com/office/officeart/2005/8/layout/vList2"/>
    <dgm:cxn modelId="{28924102-39A8-4623-B2E1-DFE54267F0C3}" type="presParOf" srcId="{D3AAC9D6-761D-441C-8884-15ECFE12F3B8}" destId="{B5C976C0-D05E-4164-8604-6EF21F7E6226}" srcOrd="8" destOrd="0" presId="urn:microsoft.com/office/officeart/2005/8/layout/vList2"/>
    <dgm:cxn modelId="{E8E4C32B-4872-445E-8C25-CC03F3AD87B8}" type="presParOf" srcId="{D3AAC9D6-761D-441C-8884-15ECFE12F3B8}" destId="{C304D875-AF9D-4CD1-AD95-421DE246744E}" srcOrd="9" destOrd="0" presId="urn:microsoft.com/office/officeart/2005/8/layout/vList2"/>
    <dgm:cxn modelId="{BB0996C5-7BFE-49C8-9FF1-C482D87EDAA6}" type="presParOf" srcId="{D3AAC9D6-761D-441C-8884-15ECFE12F3B8}" destId="{BDD8AA71-854D-4CC5-B8A6-A0F6E7D01450}" srcOrd="10" destOrd="0" presId="urn:microsoft.com/office/officeart/2005/8/layout/vList2"/>
    <dgm:cxn modelId="{4D94B1C7-E9A5-45F1-B099-CFE87A424812}" type="presParOf" srcId="{D3AAC9D6-761D-441C-8884-15ECFE12F3B8}" destId="{834BBA50-EC72-4B5D-A605-DE441613C56A}" srcOrd="11" destOrd="0" presId="urn:microsoft.com/office/officeart/2005/8/layout/vList2"/>
    <dgm:cxn modelId="{CC0C73A2-11CB-492B-AD89-2AC09840BA4D}" type="presParOf" srcId="{D3AAC9D6-761D-441C-8884-15ECFE12F3B8}" destId="{DB0929AC-D4F3-4DA6-8C11-1DD810E58A4D}" srcOrd="12" destOrd="0" presId="urn:microsoft.com/office/officeart/2005/8/layout/vList2"/>
    <dgm:cxn modelId="{1E00FC6E-17CF-4BB9-A398-60A93F809907}" type="presParOf" srcId="{D3AAC9D6-761D-441C-8884-15ECFE12F3B8}" destId="{AB9AFFFC-8487-45C0-8837-580955262E31}" srcOrd="1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BDAE8C-A77F-4429-AE20-FF511FFF6F9A}">
      <dsp:nvSpPr>
        <dsp:cNvPr id="0" name=""/>
        <dsp:cNvSpPr/>
      </dsp:nvSpPr>
      <dsp:spPr>
        <a:xfrm>
          <a:off x="2250914" y="2964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18895E-13A6-4ECC-A9EF-666F87BE3494}">
      <dsp:nvSpPr>
        <dsp:cNvPr id="0" name=""/>
        <dsp:cNvSpPr/>
      </dsp:nvSpPr>
      <dsp:spPr>
        <a:xfrm>
          <a:off x="271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12795D-A140-4C7B-97DD-4718AC02D26F}">
      <dsp:nvSpPr>
        <dsp:cNvPr id="0" name=""/>
        <dsp:cNvSpPr/>
      </dsp:nvSpPr>
      <dsp:spPr>
        <a:xfrm>
          <a:off x="154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/>
            <a:t>Week – 06 Lectures</a:t>
          </a:r>
        </a:p>
      </dsp:txBody>
      <dsp:txXfrm>
        <a:off x="1548914" y="3176402"/>
        <a:ext cx="3600000" cy="720000"/>
      </dsp:txXfrm>
    </dsp:sp>
    <dsp:sp modelId="{EC8709A6-70BD-491A-BC5B-AC747BBB476B}">
      <dsp:nvSpPr>
        <dsp:cNvPr id="0" name=""/>
        <dsp:cNvSpPr/>
      </dsp:nvSpPr>
      <dsp:spPr>
        <a:xfrm>
          <a:off x="6480914" y="2964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2F865D-075F-400A-B0D9-9EF5BD48919D}">
      <dsp:nvSpPr>
        <dsp:cNvPr id="0" name=""/>
        <dsp:cNvSpPr/>
      </dsp:nvSpPr>
      <dsp:spPr>
        <a:xfrm>
          <a:off x="694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AC8166-3802-43CA-A858-F1F774EA9139}">
      <dsp:nvSpPr>
        <dsp:cNvPr id="0" name=""/>
        <dsp:cNvSpPr/>
      </dsp:nvSpPr>
      <dsp:spPr>
        <a:xfrm>
          <a:off x="577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/>
            <a:t>BS – CS - VIII</a:t>
          </a:r>
        </a:p>
      </dsp:txBody>
      <dsp:txXfrm>
        <a:off x="5778914" y="3176402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4EC62A-2E7F-45BF-8C1B-BF86D2FF981C}">
      <dsp:nvSpPr>
        <dsp:cNvPr id="0" name=""/>
        <dsp:cNvSpPr/>
      </dsp:nvSpPr>
      <dsp:spPr>
        <a:xfrm>
          <a:off x="684914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CD94D7-2EEE-4B00-BAAF-69D4E58F34EB}">
      <dsp:nvSpPr>
        <dsp:cNvPr id="0" name=""/>
        <dsp:cNvSpPr/>
      </dsp:nvSpPr>
      <dsp:spPr>
        <a:xfrm>
          <a:off x="91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638A8A-B82C-4234-B819-D3D35F22B03F}">
      <dsp:nvSpPr>
        <dsp:cNvPr id="0" name=""/>
        <dsp:cNvSpPr/>
      </dsp:nvSpPr>
      <dsp:spPr>
        <a:xfrm>
          <a:off x="33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Why Cloud Computing?</a:t>
          </a:r>
        </a:p>
      </dsp:txBody>
      <dsp:txXfrm>
        <a:off x="333914" y="2456402"/>
        <a:ext cx="1800000" cy="720000"/>
      </dsp:txXfrm>
    </dsp:sp>
    <dsp:sp modelId="{0CEBCB32-7160-4A5F-A011-4D1BAF074A06}">
      <dsp:nvSpPr>
        <dsp:cNvPr id="0" name=""/>
        <dsp:cNvSpPr/>
      </dsp:nvSpPr>
      <dsp:spPr>
        <a:xfrm>
          <a:off x="2799914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8A9B2D-FB09-429C-A11D-24B6D589AAC0}">
      <dsp:nvSpPr>
        <dsp:cNvPr id="0" name=""/>
        <dsp:cNvSpPr/>
      </dsp:nvSpPr>
      <dsp:spPr>
        <a:xfrm>
          <a:off x="303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B17366-5CB4-4013-879E-60050092ACEC}">
      <dsp:nvSpPr>
        <dsp:cNvPr id="0" name=""/>
        <dsp:cNvSpPr/>
      </dsp:nvSpPr>
      <dsp:spPr>
        <a:xfrm>
          <a:off x="244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What is Cloud Computing?</a:t>
          </a:r>
        </a:p>
      </dsp:txBody>
      <dsp:txXfrm>
        <a:off x="2448914" y="2456402"/>
        <a:ext cx="1800000" cy="720000"/>
      </dsp:txXfrm>
    </dsp:sp>
    <dsp:sp modelId="{8A24E89E-9923-4F00-827F-6149B26BA113}">
      <dsp:nvSpPr>
        <dsp:cNvPr id="0" name=""/>
        <dsp:cNvSpPr/>
      </dsp:nvSpPr>
      <dsp:spPr>
        <a:xfrm>
          <a:off x="4914914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86CD02-ABDF-4A65-8E41-A5996E055BBD}">
      <dsp:nvSpPr>
        <dsp:cNvPr id="0" name=""/>
        <dsp:cNvSpPr/>
      </dsp:nvSpPr>
      <dsp:spPr>
        <a:xfrm>
          <a:off x="514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9EA6AB-1DD3-4F6B-9FFC-A48603F35C6D}">
      <dsp:nvSpPr>
        <dsp:cNvPr id="0" name=""/>
        <dsp:cNvSpPr/>
      </dsp:nvSpPr>
      <dsp:spPr>
        <a:xfrm>
          <a:off x="456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Five Key Cloud Characteristics</a:t>
          </a:r>
        </a:p>
      </dsp:txBody>
      <dsp:txXfrm>
        <a:off x="4563914" y="2456402"/>
        <a:ext cx="1800000" cy="720000"/>
      </dsp:txXfrm>
    </dsp:sp>
    <dsp:sp modelId="{81CB1C08-1120-4434-AB4D-B51835F1F9A6}">
      <dsp:nvSpPr>
        <dsp:cNvPr id="0" name=""/>
        <dsp:cNvSpPr/>
      </dsp:nvSpPr>
      <dsp:spPr>
        <a:xfrm>
          <a:off x="7029914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3D97AB-A361-4346-9AB4-24D18600B0D0}">
      <dsp:nvSpPr>
        <dsp:cNvPr id="0" name=""/>
        <dsp:cNvSpPr/>
      </dsp:nvSpPr>
      <dsp:spPr>
        <a:xfrm>
          <a:off x="726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0DE5E-A559-465F-9FE1-97036CB62C25}">
      <dsp:nvSpPr>
        <dsp:cNvPr id="0" name=""/>
        <dsp:cNvSpPr/>
      </dsp:nvSpPr>
      <dsp:spPr>
        <a:xfrm>
          <a:off x="667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Deployment Models</a:t>
          </a:r>
        </a:p>
      </dsp:txBody>
      <dsp:txXfrm>
        <a:off x="6678914" y="2456402"/>
        <a:ext cx="1800000" cy="720000"/>
      </dsp:txXfrm>
    </dsp:sp>
    <dsp:sp modelId="{BCB07423-0343-4B75-A798-FED67DB7FD53}">
      <dsp:nvSpPr>
        <dsp:cNvPr id="0" name=""/>
        <dsp:cNvSpPr/>
      </dsp:nvSpPr>
      <dsp:spPr>
        <a:xfrm>
          <a:off x="9144914" y="1016402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660F18-AC3C-485E-94E9-0FA44811F060}">
      <dsp:nvSpPr>
        <dsp:cNvPr id="0" name=""/>
        <dsp:cNvSpPr/>
      </dsp:nvSpPr>
      <dsp:spPr>
        <a:xfrm>
          <a:off x="937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A0A955-905B-4931-9865-4FF74AD47EBD}">
      <dsp:nvSpPr>
        <dsp:cNvPr id="0" name=""/>
        <dsp:cNvSpPr/>
      </dsp:nvSpPr>
      <dsp:spPr>
        <a:xfrm>
          <a:off x="879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Service Models</a:t>
          </a:r>
        </a:p>
      </dsp:txBody>
      <dsp:txXfrm>
        <a:off x="8793914" y="2456402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302F93-0E89-41AC-A5D8-61CD532CD9A6}">
      <dsp:nvSpPr>
        <dsp:cNvPr id="0" name=""/>
        <dsp:cNvSpPr/>
      </dsp:nvSpPr>
      <dsp:spPr>
        <a:xfrm>
          <a:off x="307345" y="1546"/>
          <a:ext cx="3222855" cy="19337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What is Pricing of Cloud Providers</a:t>
          </a:r>
        </a:p>
      </dsp:txBody>
      <dsp:txXfrm>
        <a:off x="307345" y="1546"/>
        <a:ext cx="3222855" cy="1933713"/>
      </dsp:txXfrm>
    </dsp:sp>
    <dsp:sp modelId="{FA60CDB6-C59E-401D-B45C-329BF29ED97D}">
      <dsp:nvSpPr>
        <dsp:cNvPr id="0" name=""/>
        <dsp:cNvSpPr/>
      </dsp:nvSpPr>
      <dsp:spPr>
        <a:xfrm>
          <a:off x="3852486" y="1546"/>
          <a:ext cx="3222855" cy="1933713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Shifting from own PC to Cloud Services</a:t>
          </a:r>
        </a:p>
      </dsp:txBody>
      <dsp:txXfrm>
        <a:off x="3852486" y="1546"/>
        <a:ext cx="3222855" cy="1933713"/>
      </dsp:txXfrm>
    </dsp:sp>
    <dsp:sp modelId="{E694A1A7-EC3D-4F3A-8DB9-448306232B2E}">
      <dsp:nvSpPr>
        <dsp:cNvPr id="0" name=""/>
        <dsp:cNvSpPr/>
      </dsp:nvSpPr>
      <dsp:spPr>
        <a:xfrm>
          <a:off x="7397627" y="1546"/>
          <a:ext cx="3222855" cy="1933713"/>
        </a:xfrm>
        <a:prstGeom prst="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Assuming: same performance, security, services, etc</a:t>
          </a:r>
        </a:p>
      </dsp:txBody>
      <dsp:txXfrm>
        <a:off x="7397627" y="1546"/>
        <a:ext cx="3222855" cy="1933713"/>
      </dsp:txXfrm>
    </dsp:sp>
    <dsp:sp modelId="{776CBA87-F336-4DAF-88AD-0440F6F09BB8}">
      <dsp:nvSpPr>
        <dsp:cNvPr id="0" name=""/>
        <dsp:cNvSpPr/>
      </dsp:nvSpPr>
      <dsp:spPr>
        <a:xfrm>
          <a:off x="307345" y="2257545"/>
          <a:ext cx="3222855" cy="1933713"/>
        </a:xfrm>
        <a:prstGeom prst="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Need some agreements</a:t>
          </a:r>
        </a:p>
      </dsp:txBody>
      <dsp:txXfrm>
        <a:off x="307345" y="2257545"/>
        <a:ext cx="3222855" cy="1933713"/>
      </dsp:txXfrm>
    </dsp:sp>
    <dsp:sp modelId="{D813A979-CA33-4E55-B204-A33122AF4E4F}">
      <dsp:nvSpPr>
        <dsp:cNvPr id="0" name=""/>
        <dsp:cNvSpPr/>
      </dsp:nvSpPr>
      <dsp:spPr>
        <a:xfrm>
          <a:off x="3852486" y="2257545"/>
          <a:ext cx="3222855" cy="1933713"/>
        </a:xfrm>
        <a:prstGeom prst="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No standard formats of SLAs</a:t>
          </a:r>
        </a:p>
      </dsp:txBody>
      <dsp:txXfrm>
        <a:off x="3852486" y="2257545"/>
        <a:ext cx="3222855" cy="1933713"/>
      </dsp:txXfrm>
    </dsp:sp>
    <dsp:sp modelId="{2E5883BF-0B82-4B53-B715-1D1D65E5479E}">
      <dsp:nvSpPr>
        <dsp:cNvPr id="0" name=""/>
        <dsp:cNvSpPr/>
      </dsp:nvSpPr>
      <dsp:spPr>
        <a:xfrm>
          <a:off x="7397627" y="2257545"/>
          <a:ext cx="3222855" cy="1933713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Signoff agreements</a:t>
          </a:r>
        </a:p>
      </dsp:txBody>
      <dsp:txXfrm>
        <a:off x="7397627" y="2257545"/>
        <a:ext cx="3222855" cy="19337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781865-A781-4F2F-891D-50A370EC3BE6}">
      <dsp:nvSpPr>
        <dsp:cNvPr id="0" name=""/>
        <dsp:cNvSpPr/>
      </dsp:nvSpPr>
      <dsp:spPr>
        <a:xfrm>
          <a:off x="0" y="186476"/>
          <a:ext cx="6253721" cy="10740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 formal contract between Cloud service provider and service consumer</a:t>
          </a:r>
        </a:p>
      </dsp:txBody>
      <dsp:txXfrm>
        <a:off x="52431" y="238907"/>
        <a:ext cx="6148859" cy="969198"/>
      </dsp:txXfrm>
    </dsp:sp>
    <dsp:sp modelId="{32A9A881-FC62-4EB6-BC1F-4ABF9EA75B94}">
      <dsp:nvSpPr>
        <dsp:cNvPr id="0" name=""/>
        <dsp:cNvSpPr/>
      </dsp:nvSpPr>
      <dsp:spPr>
        <a:xfrm>
          <a:off x="0" y="1338296"/>
          <a:ext cx="6253721" cy="107406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SLA: foundation of the consumer's trust on provider</a:t>
          </a:r>
        </a:p>
      </dsp:txBody>
      <dsp:txXfrm>
        <a:off x="52431" y="1390727"/>
        <a:ext cx="6148859" cy="969198"/>
      </dsp:txXfrm>
    </dsp:sp>
    <dsp:sp modelId="{31D61C86-5F03-4D1D-8322-CBE7E0A4FA2F}">
      <dsp:nvSpPr>
        <dsp:cNvPr id="0" name=""/>
        <dsp:cNvSpPr/>
      </dsp:nvSpPr>
      <dsp:spPr>
        <a:xfrm>
          <a:off x="0" y="2412356"/>
          <a:ext cx="6253721" cy="656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556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Purpose: to define a formal basis for performance availability guarantees to deliver</a:t>
          </a:r>
        </a:p>
      </dsp:txBody>
      <dsp:txXfrm>
        <a:off x="0" y="2412356"/>
        <a:ext cx="6253721" cy="656707"/>
      </dsp:txXfrm>
    </dsp:sp>
    <dsp:sp modelId="{622A4B32-2A9C-4BFD-947C-CF1C78F88996}">
      <dsp:nvSpPr>
        <dsp:cNvPr id="0" name=""/>
        <dsp:cNvSpPr/>
      </dsp:nvSpPr>
      <dsp:spPr>
        <a:xfrm>
          <a:off x="0" y="3069063"/>
          <a:ext cx="6253721" cy="107406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SLA contains SLOs</a:t>
          </a:r>
        </a:p>
      </dsp:txBody>
      <dsp:txXfrm>
        <a:off x="52431" y="3121494"/>
        <a:ext cx="6148859" cy="969198"/>
      </dsp:txXfrm>
    </dsp:sp>
    <dsp:sp modelId="{A8B505E4-C1E4-41DA-ADDF-EA8E5D0B4721}">
      <dsp:nvSpPr>
        <dsp:cNvPr id="0" name=""/>
        <dsp:cNvSpPr/>
      </dsp:nvSpPr>
      <dsp:spPr>
        <a:xfrm>
          <a:off x="0" y="4143123"/>
          <a:ext cx="6253721" cy="726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556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Measureable Objectives and condition for services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SLA &amp; SLO: basis for selection of cloud provider</a:t>
          </a:r>
        </a:p>
      </dsp:txBody>
      <dsp:txXfrm>
        <a:off x="0" y="4143123"/>
        <a:ext cx="6253721" cy="7265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EF09D5-9976-42FA-8903-88715A9770D1}">
      <dsp:nvSpPr>
        <dsp:cNvPr id="0" name=""/>
        <dsp:cNvSpPr/>
      </dsp:nvSpPr>
      <dsp:spPr>
        <a:xfrm>
          <a:off x="0" y="17558"/>
          <a:ext cx="6253721" cy="67532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Set of service provider will deliver</a:t>
          </a:r>
        </a:p>
      </dsp:txBody>
      <dsp:txXfrm>
        <a:off x="32967" y="50525"/>
        <a:ext cx="6187787" cy="609393"/>
      </dsp:txXfrm>
    </dsp:sp>
    <dsp:sp modelId="{3B77D152-9599-4D87-94B9-2A2DD1B38E85}">
      <dsp:nvSpPr>
        <dsp:cNvPr id="0" name=""/>
        <dsp:cNvSpPr/>
      </dsp:nvSpPr>
      <dsp:spPr>
        <a:xfrm>
          <a:off x="0" y="741845"/>
          <a:ext cx="6253721" cy="675327"/>
        </a:xfrm>
        <a:prstGeom prst="round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complete, specific definition of each service</a:t>
          </a:r>
        </a:p>
      </dsp:txBody>
      <dsp:txXfrm>
        <a:off x="32967" y="774812"/>
        <a:ext cx="6187787" cy="609393"/>
      </dsp:txXfrm>
    </dsp:sp>
    <dsp:sp modelId="{61AE12FE-C470-445E-87B7-4E7F1F3F6E1D}">
      <dsp:nvSpPr>
        <dsp:cNvPr id="0" name=""/>
        <dsp:cNvSpPr/>
      </dsp:nvSpPr>
      <dsp:spPr>
        <a:xfrm>
          <a:off x="0" y="1466133"/>
          <a:ext cx="6253721" cy="675327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Responsibilities of provider and consumer</a:t>
          </a:r>
        </a:p>
      </dsp:txBody>
      <dsp:txXfrm>
        <a:off x="32967" y="1499100"/>
        <a:ext cx="6187787" cy="609393"/>
      </dsp:txXfrm>
    </dsp:sp>
    <dsp:sp modelId="{1908CD0A-7B6F-4750-ACCC-DDCDD6EF2629}">
      <dsp:nvSpPr>
        <dsp:cNvPr id="0" name=""/>
        <dsp:cNvSpPr/>
      </dsp:nvSpPr>
      <dsp:spPr>
        <a:xfrm>
          <a:off x="0" y="2190421"/>
          <a:ext cx="6253721" cy="675327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Set of metrics to measure weather provider is offering services as 	guaranteed</a:t>
          </a:r>
        </a:p>
      </dsp:txBody>
      <dsp:txXfrm>
        <a:off x="32967" y="2223388"/>
        <a:ext cx="6187787" cy="609393"/>
      </dsp:txXfrm>
    </dsp:sp>
    <dsp:sp modelId="{6C55C6BA-93EF-4614-A050-A71200A2C4A8}">
      <dsp:nvSpPr>
        <dsp:cNvPr id="0" name=""/>
        <dsp:cNvSpPr/>
      </dsp:nvSpPr>
      <dsp:spPr>
        <a:xfrm>
          <a:off x="0" y="2914708"/>
          <a:ext cx="6253721" cy="675327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 auditing mechanism to monitor services (may be third party)</a:t>
          </a:r>
        </a:p>
      </dsp:txBody>
      <dsp:txXfrm>
        <a:off x="32967" y="2947675"/>
        <a:ext cx="6187787" cy="609393"/>
      </dsp:txXfrm>
    </dsp:sp>
    <dsp:sp modelId="{EE30CF58-B23B-47E9-815A-BE4C67DD0DF3}">
      <dsp:nvSpPr>
        <dsp:cNvPr id="0" name=""/>
        <dsp:cNvSpPr/>
      </dsp:nvSpPr>
      <dsp:spPr>
        <a:xfrm>
          <a:off x="0" y="3638996"/>
          <a:ext cx="6253721" cy="675327"/>
        </a:xfrm>
        <a:prstGeom prst="round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Remedies available to consumer and provider if terms violated 	(penalty)</a:t>
          </a:r>
        </a:p>
      </dsp:txBody>
      <dsp:txXfrm>
        <a:off x="32967" y="3671963"/>
        <a:ext cx="6187787" cy="609393"/>
      </dsp:txXfrm>
    </dsp:sp>
    <dsp:sp modelId="{8E97B733-C1C4-4697-9C77-47ABE11EC690}">
      <dsp:nvSpPr>
        <dsp:cNvPr id="0" name=""/>
        <dsp:cNvSpPr/>
      </dsp:nvSpPr>
      <dsp:spPr>
        <a:xfrm>
          <a:off x="0" y="4363284"/>
          <a:ext cx="6253721" cy="675327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How SLA will change over time</a:t>
          </a:r>
        </a:p>
      </dsp:txBody>
      <dsp:txXfrm>
        <a:off x="32967" y="4396251"/>
        <a:ext cx="6187787" cy="60939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0A7042-5FCA-4E43-91DF-A8B4AD43B2BD}">
      <dsp:nvSpPr>
        <dsp:cNvPr id="0" name=""/>
        <dsp:cNvSpPr/>
      </dsp:nvSpPr>
      <dsp:spPr>
        <a:xfrm>
          <a:off x="0" y="3806046"/>
          <a:ext cx="6253721" cy="12492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Example:</a:t>
          </a:r>
        </a:p>
      </dsp:txBody>
      <dsp:txXfrm>
        <a:off x="0" y="3806046"/>
        <a:ext cx="6253721" cy="674583"/>
      </dsp:txXfrm>
    </dsp:sp>
    <dsp:sp modelId="{A783B453-58E8-4C76-91F9-DBC8714DAA61}">
      <dsp:nvSpPr>
        <dsp:cNvPr id="0" name=""/>
        <dsp:cNvSpPr/>
      </dsp:nvSpPr>
      <dsp:spPr>
        <a:xfrm>
          <a:off x="3053" y="4455646"/>
          <a:ext cx="2082538" cy="57464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Availability of service X is "99.9%"</a:t>
          </a:r>
        </a:p>
      </dsp:txBody>
      <dsp:txXfrm>
        <a:off x="3053" y="4455646"/>
        <a:ext cx="2082538" cy="574645"/>
      </dsp:txXfrm>
    </dsp:sp>
    <dsp:sp modelId="{3B481677-6D63-4558-A1F7-7C61FB6BB400}">
      <dsp:nvSpPr>
        <dsp:cNvPr id="0" name=""/>
        <dsp:cNvSpPr/>
      </dsp:nvSpPr>
      <dsp:spPr>
        <a:xfrm>
          <a:off x="2085591" y="4455646"/>
          <a:ext cx="2082538" cy="574645"/>
        </a:xfrm>
        <a:prstGeom prst="rect">
          <a:avLst/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Response Time of database query Q is between 3 to 5 seconds</a:t>
          </a:r>
        </a:p>
      </dsp:txBody>
      <dsp:txXfrm>
        <a:off x="2085591" y="4455646"/>
        <a:ext cx="2082538" cy="574645"/>
      </dsp:txXfrm>
    </dsp:sp>
    <dsp:sp modelId="{389D39E4-35E9-4CEB-9048-A694F137D199}">
      <dsp:nvSpPr>
        <dsp:cNvPr id="0" name=""/>
        <dsp:cNvSpPr/>
      </dsp:nvSpPr>
      <dsp:spPr>
        <a:xfrm>
          <a:off x="4168130" y="4455646"/>
          <a:ext cx="2082538" cy="574645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Throughput of a server S at peak load time is 0.875</a:t>
          </a:r>
        </a:p>
      </dsp:txBody>
      <dsp:txXfrm>
        <a:off x="4168130" y="4455646"/>
        <a:ext cx="2082538" cy="574645"/>
      </dsp:txXfrm>
    </dsp:sp>
    <dsp:sp modelId="{1351A262-9B7C-439F-A5FC-624FD88BB751}">
      <dsp:nvSpPr>
        <dsp:cNvPr id="0" name=""/>
        <dsp:cNvSpPr/>
      </dsp:nvSpPr>
      <dsp:spPr>
        <a:xfrm rot="10800000">
          <a:off x="0" y="1903470"/>
          <a:ext cx="6253721" cy="1921314"/>
        </a:xfrm>
        <a:prstGeom prst="upArrowCallou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Encompasses multiple QoS parameters, i.e. availability, serviceability, billing, penalties, throughput, response time, etc.</a:t>
          </a:r>
        </a:p>
      </dsp:txBody>
      <dsp:txXfrm rot="10800000">
        <a:off x="0" y="1903470"/>
        <a:ext cx="6253721" cy="1248412"/>
      </dsp:txXfrm>
    </dsp:sp>
    <dsp:sp modelId="{86279544-136B-4BF4-99BF-81AB3A863844}">
      <dsp:nvSpPr>
        <dsp:cNvPr id="0" name=""/>
        <dsp:cNvSpPr/>
      </dsp:nvSpPr>
      <dsp:spPr>
        <a:xfrm rot="10800000">
          <a:off x="0" y="893"/>
          <a:ext cx="6253721" cy="1921314"/>
        </a:xfrm>
        <a:prstGeom prst="upArrowCallou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Objectively measurable conditions for service</a:t>
          </a:r>
        </a:p>
      </dsp:txBody>
      <dsp:txXfrm rot="10800000">
        <a:off x="0" y="893"/>
        <a:ext cx="6253721" cy="12484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062C39-3685-493A-AB7C-221D2EBD46C5}">
      <dsp:nvSpPr>
        <dsp:cNvPr id="0" name=""/>
        <dsp:cNvSpPr/>
      </dsp:nvSpPr>
      <dsp:spPr>
        <a:xfrm rot="5400000">
          <a:off x="3265985" y="-767947"/>
          <a:ext cx="1973091" cy="4002382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Make decisions based on business objectives and technical 	realities</a:t>
          </a:r>
        </a:p>
      </dsp:txBody>
      <dsp:txXfrm rot="-5400000">
        <a:off x="2251340" y="343016"/>
        <a:ext cx="3906064" cy="1780455"/>
      </dsp:txXfrm>
    </dsp:sp>
    <dsp:sp modelId="{DF556C97-BA7B-4748-8B21-0C39CFAFD146}">
      <dsp:nvSpPr>
        <dsp:cNvPr id="0" name=""/>
        <dsp:cNvSpPr/>
      </dsp:nvSpPr>
      <dsp:spPr>
        <a:xfrm>
          <a:off x="0" y="61"/>
          <a:ext cx="2251339" cy="246636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Provider perspective:</a:t>
          </a:r>
        </a:p>
      </dsp:txBody>
      <dsp:txXfrm>
        <a:off x="109901" y="109962"/>
        <a:ext cx="2031537" cy="2246562"/>
      </dsp:txXfrm>
    </dsp:sp>
    <dsp:sp modelId="{B119E9C5-D6B2-436F-A001-86FED4E171E5}">
      <dsp:nvSpPr>
        <dsp:cNvPr id="0" name=""/>
        <dsp:cNvSpPr/>
      </dsp:nvSpPr>
      <dsp:spPr>
        <a:xfrm rot="5400000">
          <a:off x="3265985" y="1821735"/>
          <a:ext cx="1973091" cy="4002382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Decisions about how to use cloud services</a:t>
          </a:r>
        </a:p>
      </dsp:txBody>
      <dsp:txXfrm rot="-5400000">
        <a:off x="2251340" y="2932698"/>
        <a:ext cx="3906064" cy="1780455"/>
      </dsp:txXfrm>
    </dsp:sp>
    <dsp:sp modelId="{28EA21FC-2BF8-4351-81C4-23D1E6A4E1A0}">
      <dsp:nvSpPr>
        <dsp:cNvPr id="0" name=""/>
        <dsp:cNvSpPr/>
      </dsp:nvSpPr>
      <dsp:spPr>
        <a:xfrm>
          <a:off x="0" y="2589744"/>
          <a:ext cx="2251339" cy="246636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Consumer perspective:</a:t>
          </a:r>
        </a:p>
      </dsp:txBody>
      <dsp:txXfrm>
        <a:off x="109901" y="2699645"/>
        <a:ext cx="2031537" cy="224656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6C8124-EBA0-4201-AC28-3F2F6D9B2F8D}">
      <dsp:nvSpPr>
        <dsp:cNvPr id="0" name=""/>
        <dsp:cNvSpPr/>
      </dsp:nvSpPr>
      <dsp:spPr>
        <a:xfrm>
          <a:off x="0" y="416794"/>
          <a:ext cx="6666833" cy="6236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Business Level Objectives:</a:t>
          </a:r>
        </a:p>
      </dsp:txBody>
      <dsp:txXfrm>
        <a:off x="30442" y="447236"/>
        <a:ext cx="6605949" cy="562726"/>
      </dsp:txXfrm>
    </dsp:sp>
    <dsp:sp modelId="{A241610F-7005-4940-8DF6-CAE39CD772A4}">
      <dsp:nvSpPr>
        <dsp:cNvPr id="0" name=""/>
        <dsp:cNvSpPr/>
      </dsp:nvSpPr>
      <dsp:spPr>
        <a:xfrm>
          <a:off x="0" y="1040404"/>
          <a:ext cx="6666833" cy="632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Consumers know why using cloud and how to use cloud computing</a:t>
          </a:r>
        </a:p>
      </dsp:txBody>
      <dsp:txXfrm>
        <a:off x="0" y="1040404"/>
        <a:ext cx="6666833" cy="632385"/>
      </dsp:txXfrm>
    </dsp:sp>
    <dsp:sp modelId="{1ADEBA3F-73DD-4FFE-9ED7-B92052F1F5D0}">
      <dsp:nvSpPr>
        <dsp:cNvPr id="0" name=""/>
        <dsp:cNvSpPr/>
      </dsp:nvSpPr>
      <dsp:spPr>
        <a:xfrm>
          <a:off x="0" y="1672789"/>
          <a:ext cx="6666833" cy="623610"/>
        </a:xfrm>
        <a:prstGeom prst="round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shade val="51000"/>
                <a:satMod val="130000"/>
              </a:schemeClr>
            </a:gs>
            <a:gs pos="80000">
              <a:schemeClr val="accent2">
                <a:hueOff val="1560506"/>
                <a:satOff val="-1946"/>
                <a:lumOff val="458"/>
                <a:alphaOff val="0"/>
                <a:shade val="93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Responsibilities of the Provider and Consumers:</a:t>
          </a:r>
        </a:p>
      </dsp:txBody>
      <dsp:txXfrm>
        <a:off x="30442" y="1703231"/>
        <a:ext cx="6605949" cy="562726"/>
      </dsp:txXfrm>
    </dsp:sp>
    <dsp:sp modelId="{38775987-9A38-45C5-9485-DC2D7FBBF818}">
      <dsp:nvSpPr>
        <dsp:cNvPr id="0" name=""/>
        <dsp:cNvSpPr/>
      </dsp:nvSpPr>
      <dsp:spPr>
        <a:xfrm>
          <a:off x="0" y="2296399"/>
          <a:ext cx="6666833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Balancing both according to type of service</a:t>
          </a:r>
        </a:p>
      </dsp:txBody>
      <dsp:txXfrm>
        <a:off x="0" y="2296399"/>
        <a:ext cx="6666833" cy="430560"/>
      </dsp:txXfrm>
    </dsp:sp>
    <dsp:sp modelId="{81A0C214-31BD-408D-8CA2-D2861CBF7469}">
      <dsp:nvSpPr>
        <dsp:cNvPr id="0" name=""/>
        <dsp:cNvSpPr/>
      </dsp:nvSpPr>
      <dsp:spPr>
        <a:xfrm>
          <a:off x="0" y="2726960"/>
          <a:ext cx="6666833" cy="623610"/>
        </a:xfrm>
        <a:prstGeom prst="round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shade val="51000"/>
                <a:satMod val="130000"/>
              </a:schemeClr>
            </a:gs>
            <a:gs pos="80000">
              <a:schemeClr val="accent2">
                <a:hueOff val="3121013"/>
                <a:satOff val="-3893"/>
                <a:lumOff val="915"/>
                <a:alphaOff val="0"/>
                <a:shade val="93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Business Continuity and Disaster Recovery:</a:t>
          </a:r>
        </a:p>
      </dsp:txBody>
      <dsp:txXfrm>
        <a:off x="30442" y="2757402"/>
        <a:ext cx="6605949" cy="562726"/>
      </dsp:txXfrm>
    </dsp:sp>
    <dsp:sp modelId="{18039301-C42F-403A-8E02-BC70AF09CB04}">
      <dsp:nvSpPr>
        <dsp:cNvPr id="0" name=""/>
        <dsp:cNvSpPr/>
      </dsp:nvSpPr>
      <dsp:spPr>
        <a:xfrm>
          <a:off x="0" y="3350570"/>
          <a:ext cx="6666833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Cloud provider have adequate protection in case disaster</a:t>
          </a:r>
        </a:p>
      </dsp:txBody>
      <dsp:txXfrm>
        <a:off x="0" y="3350570"/>
        <a:ext cx="6666833" cy="430560"/>
      </dsp:txXfrm>
    </dsp:sp>
    <dsp:sp modelId="{09E06135-9FDB-46A2-A381-B1D5CFA816AC}">
      <dsp:nvSpPr>
        <dsp:cNvPr id="0" name=""/>
        <dsp:cNvSpPr/>
      </dsp:nvSpPr>
      <dsp:spPr>
        <a:xfrm>
          <a:off x="0" y="3781130"/>
          <a:ext cx="6666833" cy="62361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System Redundancy:</a:t>
          </a:r>
        </a:p>
      </dsp:txBody>
      <dsp:txXfrm>
        <a:off x="30442" y="3811572"/>
        <a:ext cx="6605949" cy="562726"/>
      </dsp:txXfrm>
    </dsp:sp>
    <dsp:sp modelId="{4C5E911E-9B24-4C29-B1D2-080451F09D42}">
      <dsp:nvSpPr>
        <dsp:cNvPr id="0" name=""/>
        <dsp:cNvSpPr/>
      </dsp:nvSpPr>
      <dsp:spPr>
        <a:xfrm>
          <a:off x="0" y="4404740"/>
          <a:ext cx="6666833" cy="632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Any failure (HDD, server, network, etc.) consumers will not experience any outages</a:t>
          </a:r>
        </a:p>
      </dsp:txBody>
      <dsp:txXfrm>
        <a:off x="0" y="4404740"/>
        <a:ext cx="6666833" cy="63238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E7D76A-C4E9-40D2-8FAC-92225F005AB4}">
      <dsp:nvSpPr>
        <dsp:cNvPr id="0" name=""/>
        <dsp:cNvSpPr/>
      </dsp:nvSpPr>
      <dsp:spPr>
        <a:xfrm>
          <a:off x="1582" y="969688"/>
          <a:ext cx="1141382" cy="1141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3A1A4F-8A2D-4ED0-AD18-1781025C5D90}">
      <dsp:nvSpPr>
        <dsp:cNvPr id="0" name=""/>
        <dsp:cNvSpPr/>
      </dsp:nvSpPr>
      <dsp:spPr>
        <a:xfrm>
          <a:off x="1582" y="2207968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/>
            <a:t>Maintenance:</a:t>
          </a:r>
        </a:p>
      </dsp:txBody>
      <dsp:txXfrm>
        <a:off x="1582" y="2207968"/>
        <a:ext cx="3261093" cy="489164"/>
      </dsp:txXfrm>
    </dsp:sp>
    <dsp:sp modelId="{9510B9DB-2BEF-4438-A052-659391DCCA58}">
      <dsp:nvSpPr>
        <dsp:cNvPr id="0" name=""/>
        <dsp:cNvSpPr/>
      </dsp:nvSpPr>
      <dsp:spPr>
        <a:xfrm>
          <a:off x="1582" y="2742201"/>
          <a:ext cx="3261093" cy="480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Maintenance of infrastructure affects services</a:t>
          </a:r>
        </a:p>
      </dsp:txBody>
      <dsp:txXfrm>
        <a:off x="1582" y="2742201"/>
        <a:ext cx="3261093" cy="480915"/>
      </dsp:txXfrm>
    </dsp:sp>
    <dsp:sp modelId="{0B5A9385-ED50-4A14-9833-36F015BE5A14}">
      <dsp:nvSpPr>
        <dsp:cNvPr id="0" name=""/>
        <dsp:cNvSpPr/>
      </dsp:nvSpPr>
      <dsp:spPr>
        <a:xfrm>
          <a:off x="3833367" y="969688"/>
          <a:ext cx="1141382" cy="11413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04A7BD-5CC5-4CF2-B81C-54E48C904FF6}">
      <dsp:nvSpPr>
        <dsp:cNvPr id="0" name=""/>
        <dsp:cNvSpPr/>
      </dsp:nvSpPr>
      <dsp:spPr>
        <a:xfrm>
          <a:off x="3833367" y="2207968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/>
            <a:t>Failure of the provider:</a:t>
          </a:r>
        </a:p>
      </dsp:txBody>
      <dsp:txXfrm>
        <a:off x="3833367" y="2207968"/>
        <a:ext cx="3261093" cy="489164"/>
      </dsp:txXfrm>
    </dsp:sp>
    <dsp:sp modelId="{21040A95-F241-4A74-99C8-E390123CDB66}">
      <dsp:nvSpPr>
        <dsp:cNvPr id="0" name=""/>
        <dsp:cNvSpPr/>
      </dsp:nvSpPr>
      <dsp:spPr>
        <a:xfrm>
          <a:off x="3833367" y="2742201"/>
          <a:ext cx="3261093" cy="480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Financial health of provider and contingency plans</a:t>
          </a:r>
        </a:p>
      </dsp:txBody>
      <dsp:txXfrm>
        <a:off x="3833367" y="2742201"/>
        <a:ext cx="3261093" cy="480915"/>
      </dsp:txXfrm>
    </dsp:sp>
    <dsp:sp modelId="{A950373F-5A21-4640-9175-0ECEBE7349A2}">
      <dsp:nvSpPr>
        <dsp:cNvPr id="0" name=""/>
        <dsp:cNvSpPr/>
      </dsp:nvSpPr>
      <dsp:spPr>
        <a:xfrm>
          <a:off x="7665152" y="969688"/>
          <a:ext cx="1141382" cy="11413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EB44F5-0745-44F2-8EE1-C2CCAFEDBA26}">
      <dsp:nvSpPr>
        <dsp:cNvPr id="0" name=""/>
        <dsp:cNvSpPr/>
      </dsp:nvSpPr>
      <dsp:spPr>
        <a:xfrm>
          <a:off x="7665152" y="2207968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/>
            <a:t>Jurisdiction:</a:t>
          </a:r>
        </a:p>
      </dsp:txBody>
      <dsp:txXfrm>
        <a:off x="7665152" y="2207968"/>
        <a:ext cx="3261093" cy="489164"/>
      </dsp:txXfrm>
    </dsp:sp>
    <dsp:sp modelId="{928AB39B-0A35-48B8-89B6-51FEE077B86C}">
      <dsp:nvSpPr>
        <dsp:cNvPr id="0" name=""/>
        <dsp:cNvSpPr/>
      </dsp:nvSpPr>
      <dsp:spPr>
        <a:xfrm>
          <a:off x="7665152" y="2742201"/>
          <a:ext cx="3261093" cy="480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Understand laws that apply to any cloud provider</a:t>
          </a:r>
        </a:p>
      </dsp:txBody>
      <dsp:txXfrm>
        <a:off x="7665152" y="2742201"/>
        <a:ext cx="3261093" cy="48091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F6E415-BC0B-406D-9AFE-B071DBEF2245}">
      <dsp:nvSpPr>
        <dsp:cNvPr id="0" name=""/>
        <dsp:cNvSpPr/>
      </dsp:nvSpPr>
      <dsp:spPr>
        <a:xfrm rot="5400000">
          <a:off x="6816183" y="-2945049"/>
          <a:ext cx="668848" cy="6729984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What security requirement and what provider will provide</a:t>
          </a:r>
        </a:p>
      </dsp:txBody>
      <dsp:txXfrm rot="-5400000">
        <a:off x="3785615" y="118169"/>
        <a:ext cx="6697334" cy="603548"/>
      </dsp:txXfrm>
    </dsp:sp>
    <dsp:sp modelId="{7B93FFC5-298A-411F-9A13-ED03B6161433}">
      <dsp:nvSpPr>
        <dsp:cNvPr id="0" name=""/>
        <dsp:cNvSpPr/>
      </dsp:nvSpPr>
      <dsp:spPr>
        <a:xfrm>
          <a:off x="0" y="1912"/>
          <a:ext cx="3785616" cy="8360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Security:</a:t>
          </a:r>
          <a:endParaRPr lang="en-US" sz="2300" kern="1200"/>
        </a:p>
      </dsp:txBody>
      <dsp:txXfrm>
        <a:off x="40813" y="42725"/>
        <a:ext cx="3703990" cy="754434"/>
      </dsp:txXfrm>
    </dsp:sp>
    <dsp:sp modelId="{FA09DC94-356D-4D86-B3A6-248CD7277388}">
      <dsp:nvSpPr>
        <dsp:cNvPr id="0" name=""/>
        <dsp:cNvSpPr/>
      </dsp:nvSpPr>
      <dsp:spPr>
        <a:xfrm rot="5400000">
          <a:off x="6816183" y="-2067186"/>
          <a:ext cx="668848" cy="6729984"/>
        </a:xfrm>
        <a:prstGeom prst="round2SameRect">
          <a:avLst/>
        </a:prstGeom>
        <a:solidFill>
          <a:schemeClr val="accent5">
            <a:tint val="40000"/>
            <a:alpha val="90000"/>
            <a:hueOff val="-2685120"/>
            <a:satOff val="12063"/>
            <a:lumOff val="829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2685120"/>
              <a:satOff val="12063"/>
              <a:lumOff val="829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Details of encryption and access control policies</a:t>
          </a:r>
        </a:p>
      </dsp:txBody>
      <dsp:txXfrm rot="-5400000">
        <a:off x="3785615" y="996032"/>
        <a:ext cx="6697334" cy="603548"/>
      </dsp:txXfrm>
    </dsp:sp>
    <dsp:sp modelId="{1A9D7197-6417-4F44-8536-C7D3B5FBF956}">
      <dsp:nvSpPr>
        <dsp:cNvPr id="0" name=""/>
        <dsp:cNvSpPr/>
      </dsp:nvSpPr>
      <dsp:spPr>
        <a:xfrm>
          <a:off x="0" y="879775"/>
          <a:ext cx="3785616" cy="836060"/>
        </a:xfrm>
        <a:prstGeom prst="roundRect">
          <a:avLst/>
        </a:prstGeom>
        <a:gradFill rotWithShape="0">
          <a:gsLst>
            <a:gs pos="0">
              <a:schemeClr val="accent5">
                <a:hueOff val="-2483469"/>
                <a:satOff val="9953"/>
                <a:lumOff val="2157"/>
                <a:alphaOff val="0"/>
                <a:shade val="51000"/>
                <a:satMod val="130000"/>
              </a:schemeClr>
            </a:gs>
            <a:gs pos="80000">
              <a:schemeClr val="accent5">
                <a:hueOff val="-2483469"/>
                <a:satOff val="9953"/>
                <a:lumOff val="2157"/>
                <a:alphaOff val="0"/>
                <a:shade val="93000"/>
                <a:satMod val="130000"/>
              </a:schemeClr>
            </a:gs>
            <a:gs pos="100000">
              <a:schemeClr val="accent5">
                <a:hueOff val="-2483469"/>
                <a:satOff val="9953"/>
                <a:lumOff val="215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Data Encryption:</a:t>
          </a:r>
          <a:endParaRPr lang="en-US" sz="2300" kern="1200"/>
        </a:p>
      </dsp:txBody>
      <dsp:txXfrm>
        <a:off x="40813" y="920588"/>
        <a:ext cx="3703990" cy="754434"/>
      </dsp:txXfrm>
    </dsp:sp>
    <dsp:sp modelId="{674745C5-9619-4481-8B2C-FA38E46BFB74}">
      <dsp:nvSpPr>
        <dsp:cNvPr id="0" name=""/>
        <dsp:cNvSpPr/>
      </dsp:nvSpPr>
      <dsp:spPr>
        <a:xfrm rot="5400000">
          <a:off x="6816183" y="-1189323"/>
          <a:ext cx="668848" cy="6729984"/>
        </a:xfrm>
        <a:prstGeom prst="round2SameRect">
          <a:avLst/>
        </a:prstGeom>
        <a:solidFill>
          <a:schemeClr val="accent5">
            <a:tint val="40000"/>
            <a:alpha val="90000"/>
            <a:hueOff val="-5370241"/>
            <a:satOff val="24126"/>
            <a:lumOff val="1658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5370241"/>
              <a:satOff val="24126"/>
              <a:lumOff val="165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Isolation of customer data in a multi-tenant</a:t>
          </a:r>
        </a:p>
      </dsp:txBody>
      <dsp:txXfrm rot="-5400000">
        <a:off x="3785615" y="1873895"/>
        <a:ext cx="6697334" cy="603548"/>
      </dsp:txXfrm>
    </dsp:sp>
    <dsp:sp modelId="{B1F9EC8B-106D-4F9F-9339-4F692D232A57}">
      <dsp:nvSpPr>
        <dsp:cNvPr id="0" name=""/>
        <dsp:cNvSpPr/>
      </dsp:nvSpPr>
      <dsp:spPr>
        <a:xfrm>
          <a:off x="0" y="1757638"/>
          <a:ext cx="3785616" cy="83606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shade val="51000"/>
                <a:satMod val="130000"/>
              </a:schemeClr>
            </a:gs>
            <a:gs pos="80000">
              <a:schemeClr val="accent5">
                <a:hueOff val="-4966938"/>
                <a:satOff val="19906"/>
                <a:lumOff val="4314"/>
                <a:alphaOff val="0"/>
                <a:shade val="93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Privacy:</a:t>
          </a:r>
          <a:endParaRPr lang="en-US" sz="2300" kern="1200"/>
        </a:p>
      </dsp:txBody>
      <dsp:txXfrm>
        <a:off x="40813" y="1798451"/>
        <a:ext cx="3703990" cy="754434"/>
      </dsp:txXfrm>
    </dsp:sp>
    <dsp:sp modelId="{8414D1B6-13E4-43F9-90F6-CF7AB6CEB657}">
      <dsp:nvSpPr>
        <dsp:cNvPr id="0" name=""/>
        <dsp:cNvSpPr/>
      </dsp:nvSpPr>
      <dsp:spPr>
        <a:xfrm rot="5400000">
          <a:off x="6816183" y="-311459"/>
          <a:ext cx="668848" cy="6729984"/>
        </a:xfrm>
        <a:prstGeom prst="round2SameRect">
          <a:avLst/>
        </a:prstGeom>
        <a:solidFill>
          <a:schemeClr val="accent5">
            <a:tint val="40000"/>
            <a:alpha val="90000"/>
            <a:hueOff val="-8055361"/>
            <a:satOff val="36190"/>
            <a:lumOff val="2488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8055361"/>
              <a:satOff val="36190"/>
              <a:lumOff val="248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Some providers have legal requirements of retaining data even consumer deleted.</a:t>
          </a:r>
        </a:p>
      </dsp:txBody>
      <dsp:txXfrm rot="-5400000">
        <a:off x="3785615" y="2751759"/>
        <a:ext cx="6697334" cy="603548"/>
      </dsp:txXfrm>
    </dsp:sp>
    <dsp:sp modelId="{8C0D0E9A-8A89-487F-95C4-65300194DDA4}">
      <dsp:nvSpPr>
        <dsp:cNvPr id="0" name=""/>
        <dsp:cNvSpPr/>
      </dsp:nvSpPr>
      <dsp:spPr>
        <a:xfrm>
          <a:off x="0" y="2635502"/>
          <a:ext cx="3785616" cy="836060"/>
        </a:xfrm>
        <a:prstGeom prst="roundRect">
          <a:avLst/>
        </a:prstGeom>
        <a:gradFill rotWithShape="0">
          <a:gsLst>
            <a:gs pos="0">
              <a:schemeClr val="accent5">
                <a:hueOff val="-7450407"/>
                <a:satOff val="29858"/>
                <a:lumOff val="6471"/>
                <a:alphaOff val="0"/>
                <a:shade val="51000"/>
                <a:satMod val="130000"/>
              </a:schemeClr>
            </a:gs>
            <a:gs pos="80000">
              <a:schemeClr val="accent5">
                <a:hueOff val="-7450407"/>
                <a:satOff val="29858"/>
                <a:lumOff val="6471"/>
                <a:alphaOff val="0"/>
                <a:shade val="93000"/>
                <a:satMod val="130000"/>
              </a:schemeClr>
            </a:gs>
            <a:gs pos="100000">
              <a:schemeClr val="accent5">
                <a:hueOff val="-7450407"/>
                <a:satOff val="29858"/>
                <a:lumOff val="647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Data retention and deletion:</a:t>
          </a:r>
          <a:endParaRPr lang="en-US" sz="2300" kern="1200"/>
        </a:p>
      </dsp:txBody>
      <dsp:txXfrm>
        <a:off x="40813" y="2676315"/>
        <a:ext cx="3703990" cy="754434"/>
      </dsp:txXfrm>
    </dsp:sp>
    <dsp:sp modelId="{24FCE9BD-A7E8-474C-968C-B67E31145A4D}">
      <dsp:nvSpPr>
        <dsp:cNvPr id="0" name=""/>
        <dsp:cNvSpPr/>
      </dsp:nvSpPr>
      <dsp:spPr>
        <a:xfrm rot="5400000">
          <a:off x="6816183" y="566403"/>
          <a:ext cx="668848" cy="6729984"/>
        </a:xfrm>
        <a:prstGeom prst="round2Same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Zero out memory if consumer powers off the VMs or zero out platters of a disk, etc.</a:t>
          </a:r>
        </a:p>
      </dsp:txBody>
      <dsp:txXfrm rot="-5400000">
        <a:off x="3785615" y="3629621"/>
        <a:ext cx="6697334" cy="603548"/>
      </dsp:txXfrm>
    </dsp:sp>
    <dsp:sp modelId="{DB982245-F9DA-40F3-8623-20B9EEE66414}">
      <dsp:nvSpPr>
        <dsp:cNvPr id="0" name=""/>
        <dsp:cNvSpPr/>
      </dsp:nvSpPr>
      <dsp:spPr>
        <a:xfrm>
          <a:off x="0" y="3513365"/>
          <a:ext cx="3785616" cy="83606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Hardware Erasure and Destruction:</a:t>
          </a:r>
          <a:endParaRPr lang="en-US" sz="2300" kern="1200"/>
        </a:p>
      </dsp:txBody>
      <dsp:txXfrm>
        <a:off x="40813" y="3554178"/>
        <a:ext cx="3703990" cy="75443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6380BF-8BD9-4292-8122-BC223D3738A6}">
      <dsp:nvSpPr>
        <dsp:cNvPr id="0" name=""/>
        <dsp:cNvSpPr/>
      </dsp:nvSpPr>
      <dsp:spPr>
        <a:xfrm>
          <a:off x="4929" y="414671"/>
          <a:ext cx="1889521" cy="72209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Regulatory compliance:</a:t>
          </a:r>
          <a:endParaRPr lang="en-US" sz="2000" kern="1200"/>
        </a:p>
      </dsp:txBody>
      <dsp:txXfrm>
        <a:off x="4929" y="414671"/>
        <a:ext cx="1889521" cy="722094"/>
      </dsp:txXfrm>
    </dsp:sp>
    <dsp:sp modelId="{6799D4C0-EA5C-48E6-9D6D-C276B2F9D939}">
      <dsp:nvSpPr>
        <dsp:cNvPr id="0" name=""/>
        <dsp:cNvSpPr/>
      </dsp:nvSpPr>
      <dsp:spPr>
        <a:xfrm>
          <a:off x="4929" y="1136766"/>
          <a:ext cx="1889521" cy="27999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If regulations are enforced on data and applications, the providers should be able to 	prove compliance</a:t>
          </a:r>
        </a:p>
      </dsp:txBody>
      <dsp:txXfrm>
        <a:off x="4929" y="1136766"/>
        <a:ext cx="1889521" cy="2799900"/>
      </dsp:txXfrm>
    </dsp:sp>
    <dsp:sp modelId="{3F6632B5-9EAE-4A72-A91C-F56D2F6EE77A}">
      <dsp:nvSpPr>
        <dsp:cNvPr id="0" name=""/>
        <dsp:cNvSpPr/>
      </dsp:nvSpPr>
      <dsp:spPr>
        <a:xfrm>
          <a:off x="2158984" y="414671"/>
          <a:ext cx="1889521" cy="72209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Transparency:</a:t>
          </a:r>
          <a:endParaRPr lang="en-US" sz="2000" kern="1200"/>
        </a:p>
      </dsp:txBody>
      <dsp:txXfrm>
        <a:off x="2158984" y="414671"/>
        <a:ext cx="1889521" cy="722094"/>
      </dsp:txXfrm>
    </dsp:sp>
    <dsp:sp modelId="{E03C023D-744D-45A2-961D-12C843DD14DD}">
      <dsp:nvSpPr>
        <dsp:cNvPr id="0" name=""/>
        <dsp:cNvSpPr/>
      </dsp:nvSpPr>
      <dsp:spPr>
        <a:xfrm>
          <a:off x="2158984" y="1136766"/>
          <a:ext cx="1889521" cy="279990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For critical data, providers notifying consumers when terms SLA breached</a:t>
          </a:r>
        </a:p>
      </dsp:txBody>
      <dsp:txXfrm>
        <a:off x="2158984" y="1136766"/>
        <a:ext cx="1889521" cy="2799900"/>
      </dsp:txXfrm>
    </dsp:sp>
    <dsp:sp modelId="{811B7599-1BB5-4F29-BFE5-C01FB1CE0BA2}">
      <dsp:nvSpPr>
        <dsp:cNvPr id="0" name=""/>
        <dsp:cNvSpPr/>
      </dsp:nvSpPr>
      <dsp:spPr>
        <a:xfrm>
          <a:off x="4313039" y="414671"/>
          <a:ext cx="1889521" cy="7220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Certification:</a:t>
          </a:r>
          <a:endParaRPr lang="en-US" sz="2000" kern="1200"/>
        </a:p>
      </dsp:txBody>
      <dsp:txXfrm>
        <a:off x="4313039" y="414671"/>
        <a:ext cx="1889521" cy="722094"/>
      </dsp:txXfrm>
    </dsp:sp>
    <dsp:sp modelId="{BC4AE88D-D6DE-40CE-A9DA-D54449CBB395}">
      <dsp:nvSpPr>
        <dsp:cNvPr id="0" name=""/>
        <dsp:cNvSpPr/>
      </dsp:nvSpPr>
      <dsp:spPr>
        <a:xfrm>
          <a:off x="4313039" y="1136766"/>
          <a:ext cx="1889521" cy="279990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Provider responsible in proving certification</a:t>
          </a:r>
        </a:p>
      </dsp:txBody>
      <dsp:txXfrm>
        <a:off x="4313039" y="1136766"/>
        <a:ext cx="1889521" cy="2799900"/>
      </dsp:txXfrm>
    </dsp:sp>
    <dsp:sp modelId="{478433F0-9DB6-4EE5-8D39-65F345B1D82F}">
      <dsp:nvSpPr>
        <dsp:cNvPr id="0" name=""/>
        <dsp:cNvSpPr/>
      </dsp:nvSpPr>
      <dsp:spPr>
        <a:xfrm>
          <a:off x="6467094" y="414671"/>
          <a:ext cx="1889521" cy="7220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Monitoring:</a:t>
          </a:r>
          <a:endParaRPr lang="en-US" sz="2000" kern="1200"/>
        </a:p>
      </dsp:txBody>
      <dsp:txXfrm>
        <a:off x="6467094" y="414671"/>
        <a:ext cx="1889521" cy="722094"/>
      </dsp:txXfrm>
    </dsp:sp>
    <dsp:sp modelId="{F713E966-19B8-4F34-9E1A-AEBE2FBED5AF}">
      <dsp:nvSpPr>
        <dsp:cNvPr id="0" name=""/>
        <dsp:cNvSpPr/>
      </dsp:nvSpPr>
      <dsp:spPr>
        <a:xfrm>
          <a:off x="6467094" y="1136766"/>
          <a:ext cx="1889521" cy="279990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Eliminate conflict of interest between provider and consumer</a:t>
          </a:r>
        </a:p>
      </dsp:txBody>
      <dsp:txXfrm>
        <a:off x="6467094" y="1136766"/>
        <a:ext cx="1889521" cy="2799900"/>
      </dsp:txXfrm>
    </dsp:sp>
    <dsp:sp modelId="{5BF980DE-036E-4A76-B500-C5F89ACA5FD0}">
      <dsp:nvSpPr>
        <dsp:cNvPr id="0" name=""/>
        <dsp:cNvSpPr/>
      </dsp:nvSpPr>
      <dsp:spPr>
        <a:xfrm>
          <a:off x="8621148" y="414671"/>
          <a:ext cx="1889521" cy="72209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Auditability:</a:t>
          </a:r>
          <a:endParaRPr lang="en-US" sz="2000" kern="1200"/>
        </a:p>
      </dsp:txBody>
      <dsp:txXfrm>
        <a:off x="8621148" y="414671"/>
        <a:ext cx="1889521" cy="722094"/>
      </dsp:txXfrm>
    </dsp:sp>
    <dsp:sp modelId="{17162700-B2AA-44D5-BFCF-E7AD5324AC12}">
      <dsp:nvSpPr>
        <dsp:cNvPr id="0" name=""/>
        <dsp:cNvSpPr/>
      </dsp:nvSpPr>
      <dsp:spPr>
        <a:xfrm>
          <a:off x="8621148" y="1136766"/>
          <a:ext cx="1889521" cy="2799900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SLA should make it clear how audits of system take place in case of breached</a:t>
          </a:r>
        </a:p>
      </dsp:txBody>
      <dsp:txXfrm>
        <a:off x="8621148" y="1136766"/>
        <a:ext cx="1889521" cy="27999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CA7389-F3FF-4F6F-9810-B821F069640E}">
      <dsp:nvSpPr>
        <dsp:cNvPr id="0" name=""/>
        <dsp:cNvSpPr/>
      </dsp:nvSpPr>
      <dsp:spPr>
        <a:xfrm>
          <a:off x="0" y="2177"/>
          <a:ext cx="3785616" cy="10474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Low-level resource metrics</a:t>
          </a:r>
        </a:p>
      </dsp:txBody>
      <dsp:txXfrm>
        <a:off x="51133" y="53310"/>
        <a:ext cx="3683350" cy="945199"/>
      </dsp:txXfrm>
    </dsp:sp>
    <dsp:sp modelId="{D240CEFC-A597-49F7-A9B1-F882F2492E49}">
      <dsp:nvSpPr>
        <dsp:cNvPr id="0" name=""/>
        <dsp:cNvSpPr/>
      </dsp:nvSpPr>
      <dsp:spPr>
        <a:xfrm>
          <a:off x="0" y="1102016"/>
          <a:ext cx="3785616" cy="10474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Multi KPIs are composed, aggregated, or converted to for high-level 	SLOs</a:t>
          </a:r>
        </a:p>
      </dsp:txBody>
      <dsp:txXfrm>
        <a:off x="51133" y="1153149"/>
        <a:ext cx="3683350" cy="945199"/>
      </dsp:txXfrm>
    </dsp:sp>
    <dsp:sp modelId="{A9499E1C-CCBC-4453-BFBF-5FE8A4ADC421}">
      <dsp:nvSpPr>
        <dsp:cNvPr id="0" name=""/>
        <dsp:cNvSpPr/>
      </dsp:nvSpPr>
      <dsp:spPr>
        <a:xfrm rot="5400000">
          <a:off x="6731621" y="-639403"/>
          <a:ext cx="837972" cy="672998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Downtime, uptime, inbytes, outbytes, packet size, etc.</a:t>
          </a:r>
        </a:p>
      </dsp:txBody>
      <dsp:txXfrm rot="-5400000">
        <a:off x="3785615" y="2347509"/>
        <a:ext cx="6689078" cy="756160"/>
      </dsp:txXfrm>
    </dsp:sp>
    <dsp:sp modelId="{96F041D6-1631-4E14-90FE-DEF9691094BB}">
      <dsp:nvSpPr>
        <dsp:cNvPr id="0" name=""/>
        <dsp:cNvSpPr/>
      </dsp:nvSpPr>
      <dsp:spPr>
        <a:xfrm>
          <a:off x="0" y="2201855"/>
          <a:ext cx="3785616" cy="104746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Example:</a:t>
          </a:r>
        </a:p>
      </dsp:txBody>
      <dsp:txXfrm>
        <a:off x="51133" y="2252988"/>
        <a:ext cx="3683350" cy="945199"/>
      </dsp:txXfrm>
    </dsp:sp>
    <dsp:sp modelId="{00FB28B1-46C1-49E0-B195-A70A959B2BB0}">
      <dsp:nvSpPr>
        <dsp:cNvPr id="0" name=""/>
        <dsp:cNvSpPr/>
      </dsp:nvSpPr>
      <dsp:spPr>
        <a:xfrm rot="5400000">
          <a:off x="6731621" y="460435"/>
          <a:ext cx="837972" cy="6729984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Availability(A) = 1- (downtime/uptime)</a:t>
          </a:r>
        </a:p>
      </dsp:txBody>
      <dsp:txXfrm rot="-5400000">
        <a:off x="3785615" y="3447347"/>
        <a:ext cx="6689078" cy="756160"/>
      </dsp:txXfrm>
    </dsp:sp>
    <dsp:sp modelId="{5554D12F-6DD4-4FBE-B1CE-EAA341A189D6}">
      <dsp:nvSpPr>
        <dsp:cNvPr id="0" name=""/>
        <dsp:cNvSpPr/>
      </dsp:nvSpPr>
      <dsp:spPr>
        <a:xfrm>
          <a:off x="0" y="3301694"/>
          <a:ext cx="3785616" cy="104746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Possible mapping:</a:t>
          </a:r>
        </a:p>
      </dsp:txBody>
      <dsp:txXfrm>
        <a:off x="51133" y="3352827"/>
        <a:ext cx="3683350" cy="94519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C5387B-3A26-4BDB-8B05-9398694ED96B}">
      <dsp:nvSpPr>
        <dsp:cNvPr id="0" name=""/>
        <dsp:cNvSpPr/>
      </dsp:nvSpPr>
      <dsp:spPr>
        <a:xfrm>
          <a:off x="0" y="98948"/>
          <a:ext cx="1031706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Agility</a:t>
          </a:r>
        </a:p>
      </dsp:txBody>
      <dsp:txXfrm>
        <a:off x="18734" y="117682"/>
        <a:ext cx="10279595" cy="346292"/>
      </dsp:txXfrm>
    </dsp:sp>
    <dsp:sp modelId="{CC5AC4C3-A291-40BD-B08D-A7FA2D8CE599}">
      <dsp:nvSpPr>
        <dsp:cNvPr id="0" name=""/>
        <dsp:cNvSpPr/>
      </dsp:nvSpPr>
      <dsp:spPr>
        <a:xfrm>
          <a:off x="0" y="482708"/>
          <a:ext cx="10317063" cy="264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7567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Provider responds as consumer's resource load scales up and down</a:t>
          </a:r>
        </a:p>
      </dsp:txBody>
      <dsp:txXfrm>
        <a:off x="0" y="482708"/>
        <a:ext cx="10317063" cy="264960"/>
      </dsp:txXfrm>
    </dsp:sp>
    <dsp:sp modelId="{3A524E97-AA2B-4DAA-B6DB-BB69F41E5EA9}">
      <dsp:nvSpPr>
        <dsp:cNvPr id="0" name=""/>
        <dsp:cNvSpPr/>
      </dsp:nvSpPr>
      <dsp:spPr>
        <a:xfrm>
          <a:off x="0" y="747668"/>
          <a:ext cx="1031706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Automation</a:t>
          </a:r>
        </a:p>
      </dsp:txBody>
      <dsp:txXfrm>
        <a:off x="18734" y="766402"/>
        <a:ext cx="10279595" cy="346292"/>
      </dsp:txXfrm>
    </dsp:sp>
    <dsp:sp modelId="{5D5A3CB6-F197-4967-A222-4ECA98A85952}">
      <dsp:nvSpPr>
        <dsp:cNvPr id="0" name=""/>
        <dsp:cNvSpPr/>
      </dsp:nvSpPr>
      <dsp:spPr>
        <a:xfrm>
          <a:off x="0" y="1131428"/>
          <a:ext cx="10317063" cy="264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7567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Percentage of requests handled without any human interaction</a:t>
          </a:r>
        </a:p>
      </dsp:txBody>
      <dsp:txXfrm>
        <a:off x="0" y="1131428"/>
        <a:ext cx="10317063" cy="264960"/>
      </dsp:txXfrm>
    </dsp:sp>
    <dsp:sp modelId="{99D6CF3C-E960-433C-B96D-A105D1087563}">
      <dsp:nvSpPr>
        <dsp:cNvPr id="0" name=""/>
        <dsp:cNvSpPr/>
      </dsp:nvSpPr>
      <dsp:spPr>
        <a:xfrm>
          <a:off x="0" y="1396388"/>
          <a:ext cx="1031706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Consumer service response times</a:t>
          </a:r>
        </a:p>
      </dsp:txBody>
      <dsp:txXfrm>
        <a:off x="18734" y="1415122"/>
        <a:ext cx="10279595" cy="346292"/>
      </dsp:txXfrm>
    </dsp:sp>
    <dsp:sp modelId="{B16C3ADF-196A-42B2-BF87-55CFB1DC12CE}">
      <dsp:nvSpPr>
        <dsp:cNvPr id="0" name=""/>
        <dsp:cNvSpPr/>
      </dsp:nvSpPr>
      <dsp:spPr>
        <a:xfrm>
          <a:off x="0" y="1780148"/>
          <a:ext cx="10317063" cy="264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7567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Provider responds to a service request</a:t>
          </a:r>
        </a:p>
      </dsp:txBody>
      <dsp:txXfrm>
        <a:off x="0" y="1780148"/>
        <a:ext cx="10317063" cy="264960"/>
      </dsp:txXfrm>
    </dsp:sp>
    <dsp:sp modelId="{32AA6AC7-1982-4059-AD5E-8AF6C0C10E9D}">
      <dsp:nvSpPr>
        <dsp:cNvPr id="0" name=""/>
        <dsp:cNvSpPr/>
      </dsp:nvSpPr>
      <dsp:spPr>
        <a:xfrm>
          <a:off x="0" y="2045108"/>
          <a:ext cx="1031706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Service-level violation rate</a:t>
          </a:r>
        </a:p>
      </dsp:txBody>
      <dsp:txXfrm>
        <a:off x="18734" y="2063842"/>
        <a:ext cx="10279595" cy="346292"/>
      </dsp:txXfrm>
    </dsp:sp>
    <dsp:sp modelId="{B5C976C0-D05E-4164-8604-6EF21F7E6226}">
      <dsp:nvSpPr>
        <dsp:cNvPr id="0" name=""/>
        <dsp:cNvSpPr/>
      </dsp:nvSpPr>
      <dsp:spPr>
        <a:xfrm>
          <a:off x="0" y="2474948"/>
          <a:ext cx="1031706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Mean rate of SLA violation</a:t>
          </a:r>
        </a:p>
      </dsp:txBody>
      <dsp:txXfrm>
        <a:off x="18734" y="2493682"/>
        <a:ext cx="10279595" cy="346292"/>
      </dsp:txXfrm>
    </dsp:sp>
    <dsp:sp modelId="{BDD8AA71-854D-4CC5-B8A6-A0F6E7D01450}">
      <dsp:nvSpPr>
        <dsp:cNvPr id="0" name=""/>
        <dsp:cNvSpPr/>
      </dsp:nvSpPr>
      <dsp:spPr>
        <a:xfrm>
          <a:off x="0" y="2904788"/>
          <a:ext cx="1031706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Transaction time</a:t>
          </a:r>
        </a:p>
      </dsp:txBody>
      <dsp:txXfrm>
        <a:off x="18734" y="2923522"/>
        <a:ext cx="10279595" cy="346292"/>
      </dsp:txXfrm>
    </dsp:sp>
    <dsp:sp modelId="{834BBA50-EC72-4B5D-A605-DE441613C56A}">
      <dsp:nvSpPr>
        <dsp:cNvPr id="0" name=""/>
        <dsp:cNvSpPr/>
      </dsp:nvSpPr>
      <dsp:spPr>
        <a:xfrm>
          <a:off x="0" y="3288548"/>
          <a:ext cx="10317063" cy="264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7567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Time elapsed from when a service invoked till completion</a:t>
          </a:r>
        </a:p>
      </dsp:txBody>
      <dsp:txXfrm>
        <a:off x="0" y="3288548"/>
        <a:ext cx="10317063" cy="264960"/>
      </dsp:txXfrm>
    </dsp:sp>
    <dsp:sp modelId="{DB0929AC-D4F3-4DA6-8C11-1DD810E58A4D}">
      <dsp:nvSpPr>
        <dsp:cNvPr id="0" name=""/>
        <dsp:cNvSpPr/>
      </dsp:nvSpPr>
      <dsp:spPr>
        <a:xfrm>
          <a:off x="0" y="3553508"/>
          <a:ext cx="1031706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Resolution time</a:t>
          </a:r>
        </a:p>
      </dsp:txBody>
      <dsp:txXfrm>
        <a:off x="18734" y="3572242"/>
        <a:ext cx="10279595" cy="346292"/>
      </dsp:txXfrm>
    </dsp:sp>
    <dsp:sp modelId="{AB9AFFFC-8487-45C0-8837-580955262E31}">
      <dsp:nvSpPr>
        <dsp:cNvPr id="0" name=""/>
        <dsp:cNvSpPr/>
      </dsp:nvSpPr>
      <dsp:spPr>
        <a:xfrm>
          <a:off x="0" y="3937268"/>
          <a:ext cx="10317063" cy="264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7567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Time period between detection of problem and resolution</a:t>
          </a:r>
        </a:p>
      </dsp:txBody>
      <dsp:txXfrm>
        <a:off x="0" y="3937268"/>
        <a:ext cx="10317063" cy="2649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F83F1E-74EB-4144-9BF9-FAD66F65BFB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D1331-1A4E-473B-BC63-82E3476B8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132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4872" y="3413602"/>
            <a:ext cx="3472179" cy="155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/>
              <a:t>,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872247-C1AB-495E-84D1-4B5ADA2CBDB0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/>
              <a:t>,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FBFADC-861A-464C-BA46-BD3EBBA40B97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/>
              <a:t>,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F20CC-E1D7-448E-89A2-568F46B5E545}" type="datetime1">
              <a:rPr lang="en-US" smtClean="0"/>
              <a:t>2/24/2026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/>
              <a:t>,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08BD5-08DB-4B7C-A63A-5CDF856E999D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/>
              <a:t>,</a:t>
            </a:r>
            <a:endParaRPr spc="-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9F744-B1E1-415B-A0EC-0102FD506B0F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80202" y="339133"/>
            <a:ext cx="8231595" cy="1296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0537" y="1774090"/>
            <a:ext cx="10243185" cy="424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76876" y="6467713"/>
            <a:ext cx="2243123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/>
              <a:t>,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5BFB98-9221-40F8-968B-C7C9A398802A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75466" y="6467713"/>
            <a:ext cx="24320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1.jpg"/><Relationship Id="rId7" Type="http://schemas.openxmlformats.org/officeDocument/2006/relationships/diagramColors" Target="../diagrams/colors10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image" Target="../media/image1.jpg"/><Relationship Id="rId7" Type="http://schemas.openxmlformats.org/officeDocument/2006/relationships/diagramColors" Target="../diagrams/colors11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3" Type="http://schemas.openxmlformats.org/officeDocument/2006/relationships/image" Target="../media/image1.jpg"/><Relationship Id="rId7" Type="http://schemas.openxmlformats.org/officeDocument/2006/relationships/diagramColors" Target="../diagrams/colors12.xm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2.xml"/><Relationship Id="rId5" Type="http://schemas.openxmlformats.org/officeDocument/2006/relationships/diagramLayout" Target="../diagrams/layout12.xml"/><Relationship Id="rId4" Type="http://schemas.openxmlformats.org/officeDocument/2006/relationships/diagramData" Target="../diagrams/data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369695" marR="5080" indent="-1357630" algn="l" rtl="0">
              <a:lnSpc>
                <a:spcPct val="90000"/>
              </a:lnSpc>
              <a:spcBef>
                <a:spcPct val="0"/>
              </a:spcBef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Distributed</a:t>
            </a:r>
            <a:r>
              <a:rPr lang="en-US" sz="4000" kern="1200" spc="-3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&amp;</a:t>
            </a:r>
            <a:r>
              <a:rPr lang="en-US" sz="4000" kern="1200" spc="-3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Cloud Computing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"/>
          </p:nvPr>
        </p:nvSpPr>
        <p:spPr>
          <a:xfrm rot="5400000">
            <a:off x="-1828800" y="1984248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,</a:t>
            </a:r>
            <a:endParaRPr lang="en-US" sz="1100" kern="1200" spc="-2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30F47704-8F1A-FD61-3B65-2757E0862E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717495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5825" algn="l" rtl="0">
              <a:lnSpc>
                <a:spcPct val="90000"/>
              </a:lnSpc>
              <a:spcBef>
                <a:spcPct val="0"/>
              </a:spcBef>
            </a:pPr>
            <a:r>
              <a:rPr lang="en-US" sz="4000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Recap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 rot="5400000">
            <a:off x="-1828800" y="19842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,</a:t>
            </a:r>
            <a:endParaRPr lang="en-US" sz="1100" kern="1200" spc="-2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47579"/>
            <a:ext cx="1344374" cy="975822"/>
          </a:xfrm>
          <a:prstGeom prst="rect">
            <a:avLst/>
          </a:prstGeom>
        </p:spPr>
      </p:pic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87AD7987-149E-954D-CF33-691A9B6BD9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86690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Service</a:t>
            </a:r>
            <a:r>
              <a:rPr lang="en-US" sz="6600" b="1" kern="1200" spc="-23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Level</a:t>
            </a:r>
            <a:r>
              <a:rPr lang="en-US" sz="6600" b="1" kern="1200" spc="-229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Agreement</a:t>
            </a:r>
            <a:r>
              <a:rPr lang="en-US" sz="6600" b="1" kern="1200" spc="-229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b="1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(SLA)</a:t>
            </a: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,</a:t>
            </a:r>
            <a:endParaRPr lang="en-US" kern="1200" spc="-2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320165" algn="l" rtl="0">
              <a:lnSpc>
                <a:spcPct val="90000"/>
              </a:lnSpc>
              <a:spcBef>
                <a:spcPct val="0"/>
              </a:spcBef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Service</a:t>
            </a:r>
            <a:r>
              <a:rPr lang="en-US" sz="4000" kern="1200" spc="-9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Level</a:t>
            </a:r>
            <a:r>
              <a:rPr lang="en-US" sz="4000" kern="1200" spc="-9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Agreement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 rot="5400000">
            <a:off x="-1828800" y="19842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,</a:t>
            </a:r>
            <a:endParaRPr lang="en-US" sz="1100" kern="1200" spc="-2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EA9709DD-D63C-6F7C-0BB9-C0FD0CCCB6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509063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0936" y="495992"/>
            <a:ext cx="4195140" cy="563883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268605" algn="l" rtl="0">
              <a:lnSpc>
                <a:spcPct val="90000"/>
              </a:lnSpc>
              <a:spcBef>
                <a:spcPct val="0"/>
              </a:spcBef>
            </a:pP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</a:t>
            </a:r>
            <a:r>
              <a:rPr lang="en-US" sz="4800" kern="1200" spc="-9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is</a:t>
            </a:r>
            <a:r>
              <a:rPr lang="en-US" sz="4800" kern="1200" spc="-8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Service</a:t>
            </a:r>
            <a:r>
              <a:rPr lang="en-US" sz="4800" kern="1200" spc="-8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Level</a:t>
            </a:r>
            <a:r>
              <a:rPr lang="en-US" sz="4800" kern="1200" spc="-8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Agreement?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630936" y="6308832"/>
            <a:ext cx="8320722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just" rtl="0">
              <a:spcAft>
                <a:spcPts val="600"/>
              </a:spcAft>
            </a:pPr>
            <a:r>
              <a:rPr lang="en-US" sz="105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endParaRPr lang="en-US" sz="1050" kern="1200" spc="-2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E646B7B6-FDAA-29DD-165A-99F5079296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0544852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0936" y="495992"/>
            <a:ext cx="4195140" cy="563883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2620010" algn="l" rtl="0">
              <a:lnSpc>
                <a:spcPct val="90000"/>
              </a:lnSpc>
              <a:spcBef>
                <a:spcPct val="0"/>
              </a:spcBef>
            </a:pPr>
            <a:r>
              <a:rPr lang="en-US" sz="3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SLA</a:t>
            </a:r>
            <a:r>
              <a:rPr lang="en-US" sz="3000" kern="1200" spc="-8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0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Contents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630936" y="6308832"/>
            <a:ext cx="8320722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just" rtl="0">
              <a:spcAft>
                <a:spcPts val="600"/>
              </a:spcAft>
            </a:pPr>
            <a:r>
              <a:rPr lang="en-US" sz="105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endParaRPr lang="en-US" sz="1050" kern="1200" spc="-2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graphicFrame>
        <p:nvGraphicFramePr>
          <p:cNvPr id="63" name="object 4">
            <a:extLst>
              <a:ext uri="{FF2B5EF4-FFF2-40B4-BE49-F238E27FC236}">
                <a16:creationId xmlns:a16="http://schemas.microsoft.com/office/drawing/2014/main" id="{A7802386-7C44-6AB6-6864-28366353EF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0744250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691765" algn="l" rtl="0">
              <a:lnSpc>
                <a:spcPct val="90000"/>
              </a:lnSpc>
              <a:spcBef>
                <a:spcPct val="0"/>
              </a:spcBef>
            </a:pPr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Types</a:t>
            </a:r>
            <a:r>
              <a:rPr lang="en-US" sz="4800" kern="1200" spc="-7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of</a:t>
            </a:r>
            <a:r>
              <a:rPr lang="en-US" sz="4800" kern="1200" spc="-7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25">
                <a:solidFill>
                  <a:schemeClr val="bg1"/>
                </a:solidFill>
                <a:latin typeface="+mj-lt"/>
                <a:ea typeface="+mj-ea"/>
                <a:cs typeface="+mj-cs"/>
              </a:rPr>
              <a:t>SLA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64410" y="841247"/>
            <a:ext cx="4484536" cy="5340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79705" indent="-228600" algn="l" rtl="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179705" algn="l"/>
              </a:tabLst>
            </a:pP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Present</a:t>
            </a:r>
            <a:r>
              <a:rPr lang="en-US" kern="1200" spc="-7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market</a:t>
            </a:r>
            <a:r>
              <a:rPr lang="en-US" kern="1200" spc="-65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place</a:t>
            </a:r>
            <a:r>
              <a:rPr lang="en-US" kern="1200" spc="-65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features</a:t>
            </a:r>
            <a:r>
              <a:rPr lang="en-US" kern="1200" spc="-65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two</a:t>
            </a:r>
            <a:r>
              <a:rPr lang="en-US" kern="1200" spc="-7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en-US" kern="1200" spc="-65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kern="1200" spc="-65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SLAs:</a:t>
            </a:r>
            <a:endParaRPr lang="en-US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636270" lvl="1" indent="-228600" algn="l" rtl="0">
              <a:lnSpc>
                <a:spcPct val="90000"/>
              </a:lnSpc>
              <a:spcBef>
                <a:spcPts val="165"/>
              </a:spcBef>
              <a:buFont typeface="Arial" panose="020B0604020202020204" pitchFamily="34" charset="0"/>
              <a:buChar char="•"/>
              <a:tabLst>
                <a:tab pos="636270" algn="l"/>
              </a:tabLst>
            </a:pPr>
            <a:r>
              <a:rPr lang="en-US" kern="1200" spc="-1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Off-the-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shelf</a:t>
            </a:r>
            <a:r>
              <a:rPr lang="en-US" kern="1200" spc="-25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or</a:t>
            </a:r>
            <a:r>
              <a:rPr lang="en-US" kern="1200" spc="-15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2"/>
                </a:solidFill>
                <a:latin typeface="+mn-lt"/>
                <a:ea typeface="+mn-ea"/>
                <a:cs typeface="+mn-cs"/>
              </a:rPr>
              <a:t>non-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negotiable</a:t>
            </a:r>
            <a:r>
              <a:rPr lang="en-US" kern="1200" spc="-1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or</a:t>
            </a:r>
            <a:r>
              <a:rPr lang="en-US" kern="1200" spc="-15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Direct</a:t>
            </a:r>
            <a:r>
              <a:rPr lang="en-US" kern="1200" spc="-1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25">
                <a:solidFill>
                  <a:schemeClr val="tx2"/>
                </a:solidFill>
                <a:latin typeface="+mn-lt"/>
                <a:ea typeface="+mn-ea"/>
                <a:cs typeface="+mn-cs"/>
              </a:rPr>
              <a:t>SLA</a:t>
            </a:r>
            <a:endParaRPr lang="en-US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1092835" lvl="2" indent="-228600" algn="l" rtl="0">
              <a:lnSpc>
                <a:spcPct val="90000"/>
              </a:lnSpc>
              <a:spcBef>
                <a:spcPts val="215"/>
              </a:spcBef>
              <a:buFont typeface="Arial" panose="020B0604020202020204" pitchFamily="34" charset="0"/>
              <a:buChar char="•"/>
              <a:tabLst>
                <a:tab pos="1092835" algn="l"/>
              </a:tabLst>
            </a:pPr>
            <a:r>
              <a:rPr lang="en-US" kern="1200" spc="-25">
                <a:solidFill>
                  <a:schemeClr val="tx2"/>
                </a:solidFill>
                <a:latin typeface="+mn-lt"/>
                <a:ea typeface="+mn-ea"/>
                <a:cs typeface="+mn-cs"/>
              </a:rPr>
              <a:t>Non-</a:t>
            </a:r>
            <a:r>
              <a:rPr lang="en-US" kern="1200" spc="-1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conducive</a:t>
            </a:r>
            <a:r>
              <a:rPr lang="en-US" kern="1200" spc="-2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kern="1200" spc="-15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mission-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critical</a:t>
            </a:r>
            <a:r>
              <a:rPr lang="en-US" kern="1200" spc="-15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kern="1200" spc="-15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or</a:t>
            </a:r>
            <a:r>
              <a:rPr lang="en-US" kern="1200" spc="-2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applications</a:t>
            </a:r>
            <a:endParaRPr lang="en-US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1092835" lvl="2" indent="-228600" algn="l" rtl="0">
              <a:lnSpc>
                <a:spcPct val="90000"/>
              </a:lnSpc>
              <a:spcBef>
                <a:spcPts val="195"/>
              </a:spcBef>
              <a:buFont typeface="Arial" panose="020B0604020202020204" pitchFamily="34" charset="0"/>
              <a:buChar char="•"/>
              <a:tabLst>
                <a:tab pos="1092835" algn="l"/>
              </a:tabLst>
            </a:pP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provider</a:t>
            </a:r>
            <a:r>
              <a:rPr lang="en-US" kern="1200" spc="-65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creates</a:t>
            </a:r>
            <a:r>
              <a:rPr lang="en-US" kern="1200" spc="-6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-6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SLA</a:t>
            </a:r>
            <a:r>
              <a:rPr lang="en-US" kern="1200" spc="-65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template</a:t>
            </a:r>
            <a:r>
              <a:rPr lang="en-US" kern="1200" spc="-6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kern="1200" spc="-6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define</a:t>
            </a:r>
            <a:r>
              <a:rPr lang="en-US" kern="1200" spc="-6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all</a:t>
            </a:r>
            <a:r>
              <a:rPr lang="en-US" kern="1200" spc="-65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criteria</a:t>
            </a:r>
            <a:endParaRPr lang="en-US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1092835" lvl="2" indent="-228600" algn="l" rtl="0">
              <a:lnSpc>
                <a:spcPct val="90000"/>
              </a:lnSpc>
              <a:spcBef>
                <a:spcPts val="195"/>
              </a:spcBef>
              <a:buFont typeface="Arial" panose="020B0604020202020204" pitchFamily="34" charset="0"/>
              <a:buChar char="•"/>
              <a:tabLst>
                <a:tab pos="1092835" algn="l"/>
              </a:tabLst>
            </a:pP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kern="1200" spc="-7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example:</a:t>
            </a:r>
            <a:r>
              <a:rPr lang="en-US" kern="1200" spc="-7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contract</a:t>
            </a:r>
            <a:r>
              <a:rPr lang="en-US" kern="1200" spc="-65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period,</a:t>
            </a:r>
            <a:r>
              <a:rPr lang="en-US" kern="1200" spc="-7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billing,</a:t>
            </a:r>
            <a:r>
              <a:rPr lang="en-US" kern="1200" spc="-65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response</a:t>
            </a:r>
            <a:r>
              <a:rPr lang="en-US" kern="1200" spc="-7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time,</a:t>
            </a:r>
            <a:r>
              <a:rPr lang="en-US" kern="1200" spc="-7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availability</a:t>
            </a:r>
            <a:r>
              <a:rPr lang="en-US" kern="1200" spc="-65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2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etc.</a:t>
            </a:r>
            <a:endParaRPr lang="en-US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1092835" lvl="2" indent="-228600" algn="l" rtl="0">
              <a:lnSpc>
                <a:spcPct val="90000"/>
              </a:lnSpc>
              <a:spcBef>
                <a:spcPts val="195"/>
              </a:spcBef>
              <a:buFont typeface="Arial" panose="020B0604020202020204" pitchFamily="34" charset="0"/>
              <a:buChar char="•"/>
              <a:tabLst>
                <a:tab pos="1092835" algn="l"/>
              </a:tabLst>
            </a:pPr>
            <a:r>
              <a:rPr lang="en-US" i="1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Followed</a:t>
            </a:r>
            <a:r>
              <a:rPr lang="en-US" i="1" kern="1200" spc="-8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i="1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by</a:t>
            </a:r>
            <a:r>
              <a:rPr lang="en-US" i="1" kern="1200" spc="-8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i="1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i="1" kern="1200" spc="-8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i="1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present</a:t>
            </a:r>
            <a:r>
              <a:rPr lang="en-US" i="1" kern="1200" spc="-8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i="1" kern="1200" spc="-1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clouds</a:t>
            </a:r>
            <a:endParaRPr lang="en-US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lvl="2" indent="-228600" algn="l" rtl="0">
              <a:lnSpc>
                <a:spcPct val="90000"/>
              </a:lnSpc>
              <a:spcBef>
                <a:spcPts val="285"/>
              </a:spcBef>
              <a:buFont typeface="Arial" panose="020B0604020202020204" pitchFamily="34" charset="0"/>
              <a:buChar char="•"/>
            </a:pPr>
            <a:endParaRPr lang="en-US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636270" lvl="1" indent="-228600" algn="l" rtl="0">
              <a:lnSpc>
                <a:spcPct val="90000"/>
              </a:lnSpc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636270" algn="l"/>
              </a:tabLst>
            </a:pP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Negotiable</a:t>
            </a:r>
            <a:r>
              <a:rPr lang="en-US" kern="1200" spc="-5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25">
                <a:solidFill>
                  <a:schemeClr val="tx2"/>
                </a:solidFill>
                <a:latin typeface="+mn-lt"/>
                <a:ea typeface="+mn-ea"/>
                <a:cs typeface="+mn-cs"/>
              </a:rPr>
              <a:t>SLA</a:t>
            </a:r>
            <a:endParaRPr lang="en-US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1092835" lvl="2" indent="-228600" algn="l" rtl="0">
              <a:lnSpc>
                <a:spcPct val="90000"/>
              </a:lnSpc>
              <a:spcBef>
                <a:spcPts val="219"/>
              </a:spcBef>
              <a:buFont typeface="Arial" panose="020B0604020202020204" pitchFamily="34" charset="0"/>
              <a:buChar char="•"/>
              <a:tabLst>
                <a:tab pos="1092835" algn="l"/>
              </a:tabLst>
            </a:pP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Negotiation</a:t>
            </a:r>
            <a:r>
              <a:rPr lang="en-US" kern="1200" spc="-7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via</a:t>
            </a:r>
            <a:r>
              <a:rPr lang="en-US" kern="1200" spc="-7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external</a:t>
            </a:r>
            <a:r>
              <a:rPr lang="en-US" kern="1200" spc="-7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2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agent</a:t>
            </a:r>
            <a:endParaRPr lang="en-US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1092835" lvl="2" indent="-228600" algn="l" rtl="0">
              <a:lnSpc>
                <a:spcPct val="90000"/>
              </a:lnSpc>
              <a:spcBef>
                <a:spcPts val="195"/>
              </a:spcBef>
              <a:buFont typeface="Arial" panose="020B0604020202020204" pitchFamily="34" charset="0"/>
              <a:buChar char="•"/>
              <a:tabLst>
                <a:tab pos="1092835" algn="l"/>
              </a:tabLst>
            </a:pP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Negotiation</a:t>
            </a:r>
            <a:r>
              <a:rPr lang="en-US" kern="1200" spc="-65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via</a:t>
            </a:r>
            <a:r>
              <a:rPr lang="en-US" kern="1200" spc="-6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multiple</a:t>
            </a:r>
            <a:r>
              <a:rPr lang="en-US" kern="1200" spc="-65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external</a:t>
            </a:r>
            <a:r>
              <a:rPr lang="en-US" kern="1200" spc="-6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agents</a:t>
            </a:r>
            <a:endParaRPr lang="en-US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 rot="5400000">
            <a:off x="10040112" y="4032504"/>
            <a:ext cx="3657600" cy="640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spcAft>
                <a:spcPts val="600"/>
              </a:spcAft>
            </a:pPr>
            <a:r>
              <a:rPr lang="en-US" sz="10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,</a:t>
            </a:r>
            <a:endParaRPr lang="en-US" sz="1000" kern="1200" spc="-2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0936" y="495992"/>
            <a:ext cx="4195140" cy="563883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631190" algn="l" rtl="0">
              <a:lnSpc>
                <a:spcPct val="90000"/>
              </a:lnSpc>
              <a:spcBef>
                <a:spcPct val="0"/>
              </a:spcBef>
            </a:pP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Service</a:t>
            </a:r>
            <a:r>
              <a:rPr lang="en-US" sz="4800" kern="1200" spc="-1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Level</a:t>
            </a:r>
            <a:r>
              <a:rPr lang="en-US" sz="4800" kern="1200" spc="-14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Objectives</a:t>
            </a:r>
            <a:r>
              <a:rPr lang="en-US" sz="4800" kern="1200" spc="-1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(SLOs)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630936" y="6308832"/>
            <a:ext cx="8320722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just" rtl="0">
              <a:spcAft>
                <a:spcPts val="600"/>
              </a:spcAft>
            </a:pPr>
            <a:r>
              <a:rPr lang="en-US" sz="105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endParaRPr lang="en-US" sz="1050" kern="1200" spc="-2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C41AE36C-631B-6A6C-9A82-1B0C72A5CF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996305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0936" y="495992"/>
            <a:ext cx="4195140" cy="563883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1064895" algn="l" rtl="0">
              <a:lnSpc>
                <a:spcPct val="90000"/>
              </a:lnSpc>
              <a:spcBef>
                <a:spcPct val="0"/>
              </a:spcBef>
            </a:pPr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Service</a:t>
            </a:r>
            <a:r>
              <a:rPr lang="en-US" sz="4100" kern="1200" spc="-9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Level</a:t>
            </a:r>
            <a:r>
              <a:rPr lang="en-US" sz="4100" kern="1200" spc="-9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1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Management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630936" y="6308832"/>
            <a:ext cx="8320722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just" rtl="0">
              <a:spcAft>
                <a:spcPts val="600"/>
              </a:spcAft>
            </a:pPr>
            <a:r>
              <a:rPr lang="en-US" sz="105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endParaRPr lang="en-US" sz="1050" kern="1200" spc="-2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F38021C3-1941-98E6-7A13-89DB49D40C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1471723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666875" algn="r" rtl="0">
              <a:lnSpc>
                <a:spcPct val="90000"/>
              </a:lnSpc>
              <a:spcBef>
                <a:spcPct val="0"/>
              </a:spcBef>
            </a:pPr>
            <a:r>
              <a:rPr lang="en-US" sz="1600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Consideration</a:t>
            </a:r>
            <a:r>
              <a:rPr lang="en-US" sz="1600" kern="1200" spc="-13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for</a:t>
            </a:r>
            <a:r>
              <a:rPr lang="en-US" sz="1600" kern="1200" spc="-12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600" kern="1200" spc="-2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SLA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 rot="5400000">
            <a:off x="-1828800" y="19842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,</a:t>
            </a:r>
            <a:endParaRPr lang="en-US" sz="1100" kern="1200" spc="-2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graphicFrame>
        <p:nvGraphicFramePr>
          <p:cNvPr id="49" name="object 4">
            <a:extLst>
              <a:ext uri="{FF2B5EF4-FFF2-40B4-BE49-F238E27FC236}">
                <a16:creationId xmlns:a16="http://schemas.microsoft.com/office/drawing/2014/main" id="{4F0A973A-140F-3C98-8A5A-E04C89AAB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831543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756285" algn="l" rtl="0">
              <a:lnSpc>
                <a:spcPct val="90000"/>
              </a:lnSpc>
              <a:spcBef>
                <a:spcPct val="0"/>
              </a:spcBef>
            </a:pPr>
            <a:r>
              <a:rPr lang="en-US" sz="4000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Consideration</a:t>
            </a:r>
            <a:r>
              <a:rPr lang="en-US" sz="4000" kern="1200" spc="-114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for</a:t>
            </a:r>
            <a:r>
              <a:rPr lang="en-US" sz="4000" kern="1200" spc="-1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SLA</a:t>
            </a:r>
            <a:r>
              <a:rPr lang="en-US" sz="4000" kern="1200" spc="-1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(Cont..)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 rot="5400000">
            <a:off x="-1828800" y="19842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,</a:t>
            </a:r>
            <a:endParaRPr lang="en-US" sz="1100" kern="1200" spc="-2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710DE94B-B345-B1DB-553C-C8B27B1BFC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818151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D3DCE15-1CD8-7671-A4C9-E26FD359344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312737" rIns="0" bIns="0" rtlCol="0">
            <a:normAutofit/>
          </a:bodyPr>
          <a:lstStyle/>
          <a:p>
            <a:pPr marL="2048510">
              <a:spcBef>
                <a:spcPts val="100"/>
              </a:spcBef>
            </a:pPr>
            <a:r>
              <a:rPr lang="en-US"/>
              <a:t>SLA</a:t>
            </a:r>
            <a:r>
              <a:rPr lang="en-US" spc="-80"/>
              <a:t> </a:t>
            </a:r>
            <a:r>
              <a:rPr lang="en-US" spc="-10"/>
              <a:t>Requirements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12700" algn="ctr"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,</a:t>
            </a:r>
            <a:endParaRPr lang="en-US" spc="-20">
              <a:solidFill>
                <a:schemeClr val="tx1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graphicFrame>
        <p:nvGraphicFramePr>
          <p:cNvPr id="19" name="object 4">
            <a:extLst>
              <a:ext uri="{FF2B5EF4-FFF2-40B4-BE49-F238E27FC236}">
                <a16:creationId xmlns:a16="http://schemas.microsoft.com/office/drawing/2014/main" id="{FCBA2783-B079-F16A-877D-6E1717C961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305316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ACCC5B5-55FD-D2CA-AE1F-8F5C401C15F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1931" b="38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312737" rIns="0" bIns="0" rtlCol="0">
            <a:normAutofit/>
          </a:bodyPr>
          <a:lstStyle/>
          <a:p>
            <a:pPr marL="1016000">
              <a:spcBef>
                <a:spcPts val="100"/>
              </a:spcBef>
            </a:pPr>
            <a:r>
              <a:rPr lang="en-US"/>
              <a:t>SLA</a:t>
            </a:r>
            <a:r>
              <a:rPr lang="en-US" spc="-140"/>
              <a:t> </a:t>
            </a:r>
            <a:r>
              <a:rPr lang="en-US" spc="-10"/>
              <a:t>Requirements</a:t>
            </a:r>
            <a:r>
              <a:rPr lang="en-US" spc="-135"/>
              <a:t> </a:t>
            </a:r>
            <a:r>
              <a:rPr lang="en-US" spc="-10"/>
              <a:t>(Cont….)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12700">
              <a:spcAft>
                <a:spcPts val="600"/>
              </a:spcAft>
            </a:pPr>
            <a:r>
              <a:rPr lang="en-US"/>
              <a:t>,</a:t>
            </a:r>
            <a:endParaRPr lang="en-US" spc="-2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41929939-7FCC-74A2-E8FE-BB56ED2C56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770003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2737" rIns="0" bIns="0" rtlCol="0">
            <a:spAutoFit/>
          </a:bodyPr>
          <a:lstStyle/>
          <a:p>
            <a:pPr marL="1016000">
              <a:lnSpc>
                <a:spcPct val="100000"/>
              </a:lnSpc>
              <a:spcBef>
                <a:spcPts val="100"/>
              </a:spcBef>
            </a:pPr>
            <a:r>
              <a:rPr dirty="0"/>
              <a:t>SLA</a:t>
            </a:r>
            <a:r>
              <a:rPr spc="-140" dirty="0"/>
              <a:t> </a:t>
            </a:r>
            <a:r>
              <a:rPr spc="-10" dirty="0"/>
              <a:t>Requirements</a:t>
            </a:r>
            <a:r>
              <a:rPr spc="-135" dirty="0"/>
              <a:t> </a:t>
            </a:r>
            <a:r>
              <a:rPr spc="-10" dirty="0"/>
              <a:t>(Cont….)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7123" y="1616736"/>
            <a:ext cx="10476653" cy="46499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/>
              <a:t>,</a:t>
            </a:r>
            <a:endParaRPr spc="-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A02C8FA7-F679-E394-EEEF-BA7BF8E3782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9091" t="11526" b="1866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8130" rtl="0">
              <a:spcBef>
                <a:spcPct val="0"/>
              </a:spcBef>
            </a:pPr>
            <a:r>
              <a:rPr lang="en-US" kern="1200">
                <a:latin typeface="+mj-lt"/>
                <a:cs typeface="+mj-cs"/>
              </a:rPr>
              <a:t>Key</a:t>
            </a:r>
            <a:r>
              <a:rPr lang="en-US" kern="1200" spc="-140">
                <a:latin typeface="+mj-lt"/>
                <a:cs typeface="+mj-cs"/>
              </a:rPr>
              <a:t> </a:t>
            </a:r>
            <a:r>
              <a:rPr lang="en-US" kern="1200" spc="-10">
                <a:latin typeface="+mj-lt"/>
                <a:cs typeface="+mj-cs"/>
              </a:rPr>
              <a:t>Performance</a:t>
            </a:r>
            <a:r>
              <a:rPr lang="en-US" kern="1200" spc="-140">
                <a:latin typeface="+mj-lt"/>
                <a:cs typeface="+mj-cs"/>
              </a:rPr>
              <a:t> </a:t>
            </a:r>
            <a:r>
              <a:rPr lang="en-US" kern="1200">
                <a:latin typeface="+mj-lt"/>
                <a:cs typeface="+mj-cs"/>
              </a:rPr>
              <a:t>Indicators</a:t>
            </a:r>
            <a:r>
              <a:rPr lang="en-US" kern="1200" spc="-140">
                <a:latin typeface="+mj-lt"/>
                <a:cs typeface="+mj-cs"/>
              </a:rPr>
              <a:t> </a:t>
            </a:r>
            <a:r>
              <a:rPr lang="en-US" kern="1200" spc="-10">
                <a:latin typeface="+mj-lt"/>
                <a:cs typeface="+mj-cs"/>
              </a:rPr>
              <a:t>(KPIs)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rtl="0">
              <a:spcAft>
                <a:spcPts val="600"/>
              </a:spcAft>
              <a:defRPr/>
            </a:pPr>
            <a:r>
              <a:rPr lang="en-US" kern="1200">
                <a:latin typeface="Calibri" panose="020F0502020204030204"/>
                <a:ea typeface="+mn-ea"/>
                <a:cs typeface="+mn-cs"/>
              </a:rPr>
              <a:t>,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graphicFrame>
        <p:nvGraphicFramePr>
          <p:cNvPr id="23" name="object 4">
            <a:extLst>
              <a:ext uri="{FF2B5EF4-FFF2-40B4-BE49-F238E27FC236}">
                <a16:creationId xmlns:a16="http://schemas.microsoft.com/office/drawing/2014/main" id="{4E824506-D067-D7B4-22C9-0236804913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74518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692910" algn="l" rtl="0">
              <a:lnSpc>
                <a:spcPct val="90000"/>
              </a:lnSpc>
              <a:spcBef>
                <a:spcPct val="0"/>
              </a:spcBef>
            </a:pPr>
            <a:r>
              <a:rPr lang="en-US" sz="3600" kern="1200" spc="-3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Industry-</a:t>
            </a: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defined</a:t>
            </a:r>
            <a:r>
              <a:rPr lang="en-US" sz="3600" kern="1200" spc="-11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spc="-20">
                <a:solidFill>
                  <a:schemeClr val="tx2"/>
                </a:solidFill>
                <a:latin typeface="+mj-lt"/>
                <a:ea typeface="+mj-ea"/>
                <a:cs typeface="+mj-cs"/>
              </a:rPr>
              <a:t>KPIs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4672" y="2421682"/>
            <a:ext cx="4977578" cy="3639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87325" indent="-228600" algn="l" rtl="0">
              <a:lnSpc>
                <a:spcPct val="90000"/>
              </a:lnSpc>
              <a:spcBef>
                <a:spcPts val="325"/>
              </a:spcBef>
              <a:buFont typeface="Arial" panose="020B0604020202020204" pitchFamily="34" charset="0"/>
              <a:buChar char="•"/>
              <a:tabLst>
                <a:tab pos="187325" algn="l"/>
              </a:tabLst>
            </a:pPr>
            <a:r>
              <a:rPr lang="en-US" kern="1200" spc="-1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Monitoring:</a:t>
            </a:r>
            <a:endParaRPr lang="en-US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643255" lvl="1" indent="-228600" algn="l" rtl="0">
              <a:lnSpc>
                <a:spcPct val="90000"/>
              </a:lnSpc>
              <a:spcBef>
                <a:spcPts val="195"/>
              </a:spcBef>
              <a:buFont typeface="Arial" panose="020B0604020202020204" pitchFamily="34" charset="0"/>
              <a:buChar char="•"/>
              <a:tabLst>
                <a:tab pos="643255" algn="l"/>
              </a:tabLst>
            </a:pP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Natural</a:t>
            </a:r>
            <a:r>
              <a:rPr lang="en-US" kern="1200" spc="-45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2"/>
                </a:solidFill>
                <a:latin typeface="+mn-lt"/>
                <a:ea typeface="+mn-ea"/>
                <a:cs typeface="+mn-cs"/>
              </a:rPr>
              <a:t>questions:</a:t>
            </a:r>
            <a:endParaRPr lang="en-US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1101090" lvl="2" indent="-228600" algn="l" rtl="0">
              <a:lnSpc>
                <a:spcPct val="90000"/>
              </a:lnSpc>
              <a:spcBef>
                <a:spcPts val="250"/>
              </a:spcBef>
              <a:buFont typeface="Arial" panose="020B0604020202020204" pitchFamily="34" charset="0"/>
              <a:buChar char="•"/>
              <a:tabLst>
                <a:tab pos="1101090" algn="l"/>
              </a:tabLst>
            </a:pP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"who</a:t>
            </a:r>
            <a:r>
              <a:rPr lang="en-US" kern="1200" spc="-55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should</a:t>
            </a:r>
            <a:r>
              <a:rPr lang="en-US" kern="1200" spc="-5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monitor</a:t>
            </a:r>
            <a:r>
              <a:rPr lang="en-US" kern="1200" spc="-5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-5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performance</a:t>
            </a:r>
            <a:r>
              <a:rPr lang="en-US" kern="1200" spc="-5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kern="1200" spc="-5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-5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provider?"</a:t>
            </a:r>
            <a:endParaRPr lang="en-US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1101090" lvl="2" indent="-228600" algn="l" rtl="0">
              <a:lnSpc>
                <a:spcPct val="90000"/>
              </a:lnSpc>
              <a:spcBef>
                <a:spcPts val="225"/>
              </a:spcBef>
              <a:buFont typeface="Arial" panose="020B0604020202020204" pitchFamily="34" charset="0"/>
              <a:buChar char="•"/>
              <a:tabLst>
                <a:tab pos="1101090" algn="l"/>
              </a:tabLst>
            </a:pP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"does</a:t>
            </a:r>
            <a:r>
              <a:rPr lang="en-US" kern="1200" spc="-55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-5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consumer</a:t>
            </a:r>
            <a:r>
              <a:rPr lang="en-US" kern="1200" spc="-5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meet</a:t>
            </a:r>
            <a:r>
              <a:rPr lang="en-US" kern="1200" spc="-5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its</a:t>
            </a:r>
            <a:r>
              <a:rPr lang="en-US" kern="1200" spc="-5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responsibilities?"</a:t>
            </a:r>
            <a:endParaRPr lang="en-US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643255" lvl="1" indent="-228600" algn="l" rtl="0">
              <a:lnSpc>
                <a:spcPct val="90000"/>
              </a:lnSpc>
              <a:spcBef>
                <a:spcPts val="170"/>
              </a:spcBef>
              <a:buFont typeface="Arial" panose="020B0604020202020204" pitchFamily="34" charset="0"/>
              <a:buChar char="•"/>
              <a:tabLst>
                <a:tab pos="643255" algn="l"/>
              </a:tabLst>
            </a:pP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Solution:</a:t>
            </a:r>
            <a:r>
              <a:rPr lang="en-US" kern="1200" spc="-5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neutral</a:t>
            </a:r>
            <a:r>
              <a:rPr lang="en-US" kern="1200" spc="-65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2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third-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party</a:t>
            </a:r>
            <a:r>
              <a:rPr lang="en-US" kern="1200" spc="-4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organization</a:t>
            </a:r>
            <a:r>
              <a:rPr lang="en-US" kern="1200" spc="-6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kern="1200" spc="-6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perform</a:t>
            </a:r>
            <a:r>
              <a:rPr lang="en-US" kern="1200" spc="-65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monitoring</a:t>
            </a:r>
            <a:endParaRPr lang="en-US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Graphic 8" descr="Bar chart">
            <a:extLst>
              <a:ext uri="{FF2B5EF4-FFF2-40B4-BE49-F238E27FC236}">
                <a16:creationId xmlns:a16="http://schemas.microsoft.com/office/drawing/2014/main" id="{987B989F-B88D-1BDD-5540-7B283F02D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,</a:t>
            </a:r>
            <a:endParaRPr lang="en-US" kern="1200" spc="-2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Metrics</a:t>
            </a:r>
            <a:r>
              <a:rPr lang="en-US" kern="1200" spc="-12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</a:t>
            </a:r>
            <a:r>
              <a:rPr lang="en-US" kern="1200" spc="-12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Monitoring</a:t>
            </a:r>
            <a:r>
              <a:rPr lang="en-US" kern="1200" spc="-114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and</a:t>
            </a:r>
            <a:r>
              <a:rPr lang="en-US" kern="1200" spc="-12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Auditing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object 4"/>
          <p:cNvSpPr txBox="1"/>
          <p:nvPr/>
        </p:nvSpPr>
        <p:spPr>
          <a:xfrm>
            <a:off x="838200" y="1825625"/>
            <a:ext cx="555848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05104" indent="-228600" algn="l" rtl="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05104" algn="l"/>
              </a:tabLst>
            </a:pP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Throughput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63575" lvl="1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663575" algn="l"/>
              </a:tabLst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</a:t>
            </a:r>
            <a:r>
              <a:rPr lang="en-US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quickly</a:t>
            </a:r>
            <a:r>
              <a:rPr lang="en-US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service</a:t>
            </a:r>
            <a:r>
              <a:rPr lang="en-US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responds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05104" indent="-228600" algn="l" rtl="0">
              <a:lnSpc>
                <a:spcPct val="90000"/>
              </a:lnSpc>
              <a:spcBef>
                <a:spcPts val="320"/>
              </a:spcBef>
              <a:buFont typeface="Arial" panose="020B0604020202020204" pitchFamily="34" charset="0"/>
              <a:buChar char="•"/>
              <a:tabLst>
                <a:tab pos="205104" algn="l"/>
              </a:tabLst>
            </a:pP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Availability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63575" lvl="1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663575" algn="l"/>
              </a:tabLst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Percentage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uptime</a:t>
            </a:r>
            <a:r>
              <a:rPr lang="en-US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service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05104" indent="-228600" algn="l" rtl="0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tabLst>
                <a:tab pos="205104" algn="l"/>
              </a:tabLst>
            </a:pP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Reliability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63575" lvl="1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663575" algn="l"/>
              </a:tabLst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</a:t>
            </a:r>
            <a:r>
              <a:rPr lang="en-US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often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service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available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05104" indent="-228600" algn="l" rtl="0">
              <a:lnSpc>
                <a:spcPct val="90000"/>
              </a:lnSpc>
              <a:spcBef>
                <a:spcPts val="320"/>
              </a:spcBef>
              <a:buFont typeface="Arial" panose="020B0604020202020204" pitchFamily="34" charset="0"/>
              <a:buChar char="•"/>
              <a:tabLst>
                <a:tab pos="205104" algn="l"/>
              </a:tabLst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</a:t>
            </a:r>
            <a:r>
              <a:rPr lang="en-US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balancing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63575" lvl="1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663575" algn="l"/>
              </a:tabLst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Elasticity</a:t>
            </a:r>
            <a:r>
              <a:rPr lang="en-US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kicks</a:t>
            </a:r>
            <a:r>
              <a:rPr lang="en-US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(new</a:t>
            </a:r>
            <a:r>
              <a:rPr lang="en-US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VMs boots</a:t>
            </a:r>
            <a:r>
              <a:rPr lang="en-US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</a:t>
            </a:r>
            <a:r>
              <a:rPr lang="en-US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terminated)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05104" indent="-228600" algn="l" rtl="0">
              <a:lnSpc>
                <a:spcPct val="90000"/>
              </a:lnSpc>
              <a:spcBef>
                <a:spcPts val="320"/>
              </a:spcBef>
              <a:buFont typeface="Arial" panose="020B0604020202020204" pitchFamily="34" charset="0"/>
              <a:buChar char="•"/>
              <a:tabLst>
                <a:tab pos="205104" algn="l"/>
              </a:tabLst>
            </a:pP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Durability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63575" lvl="1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663575" algn="l"/>
              </a:tabLst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likely</a:t>
            </a:r>
            <a:r>
              <a:rPr lang="en-US" kern="1200" spc="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kern="1200" spc="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to</a:t>
            </a:r>
            <a:r>
              <a:rPr lang="en-US" kern="1200" spc="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en-US" kern="1200" spc="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lost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05104" indent="-228600" algn="l" rtl="0">
              <a:lnSpc>
                <a:spcPct val="90000"/>
              </a:lnSpc>
              <a:spcBef>
                <a:spcPts val="320"/>
              </a:spcBef>
              <a:buFont typeface="Arial" panose="020B0604020202020204" pitchFamily="34" charset="0"/>
              <a:buChar char="•"/>
              <a:tabLst>
                <a:tab pos="205104" algn="l"/>
              </a:tabLst>
            </a:pP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Elasticity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63575" lvl="1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663575" algn="l"/>
              </a:tabLst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ability</a:t>
            </a:r>
            <a:r>
              <a:rPr lang="en-US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given</a:t>
            </a:r>
            <a:r>
              <a:rPr lang="en-US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resource</a:t>
            </a:r>
            <a:r>
              <a:rPr lang="en-US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grow</a:t>
            </a:r>
            <a:r>
              <a:rPr lang="en-US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infinity,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05104" indent="-228600" algn="l" rtl="0">
              <a:lnSpc>
                <a:spcPct val="90000"/>
              </a:lnSpc>
              <a:spcBef>
                <a:spcPts val="320"/>
              </a:spcBef>
              <a:buFont typeface="Arial" panose="020B0604020202020204" pitchFamily="34" charset="0"/>
              <a:buChar char="•"/>
              <a:tabLst>
                <a:tab pos="205104" algn="l"/>
              </a:tabLst>
            </a:pP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Linearity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63575" lvl="1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663575" algn="l"/>
              </a:tabLst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performs</a:t>
            </a:r>
            <a:r>
              <a:rPr lang="en-US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</a:t>
            </a:r>
            <a:r>
              <a:rPr lang="en-US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increases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Block Arc 24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727338" y="6356350"/>
            <a:ext cx="366935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,</a:t>
            </a:r>
            <a:endParaRPr lang="en-US" kern="1200" spc="-2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0202" y="339133"/>
            <a:ext cx="9754598" cy="649473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216275" marR="5080" indent="-3204210">
              <a:lnSpc>
                <a:spcPts val="4720"/>
              </a:lnSpc>
              <a:spcBef>
                <a:spcPts val="720"/>
              </a:spcBef>
            </a:pPr>
            <a:r>
              <a:rPr sz="3600" dirty="0"/>
              <a:t>Metrics</a:t>
            </a:r>
            <a:r>
              <a:rPr sz="3600" spc="-120" dirty="0"/>
              <a:t> </a:t>
            </a:r>
            <a:r>
              <a:rPr sz="3600" dirty="0"/>
              <a:t>for</a:t>
            </a:r>
            <a:r>
              <a:rPr sz="3600" spc="-120" dirty="0"/>
              <a:t> </a:t>
            </a:r>
            <a:r>
              <a:rPr sz="3600" spc="-10" dirty="0"/>
              <a:t>Monitoring</a:t>
            </a:r>
            <a:r>
              <a:rPr sz="3600" spc="-114" dirty="0"/>
              <a:t> </a:t>
            </a:r>
            <a:r>
              <a:rPr sz="3600" dirty="0"/>
              <a:t>and</a:t>
            </a:r>
            <a:r>
              <a:rPr sz="3600" spc="-120" dirty="0"/>
              <a:t> </a:t>
            </a:r>
            <a:r>
              <a:rPr sz="3600" spc="-10" dirty="0"/>
              <a:t>Auditing (Cont…)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/>
              <a:t>,</a:t>
            </a:r>
            <a:endParaRPr spc="-20" dirty="0"/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9B1A002A-0E61-A828-BEF6-A525232A8A79}"/>
              </a:ext>
            </a:extLst>
          </p:cNvPr>
          <p:cNvGraphicFramePr/>
          <p:nvPr/>
        </p:nvGraphicFramePr>
        <p:xfrm>
          <a:off x="960536" y="1743136"/>
          <a:ext cx="10317063" cy="43011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2737" rIns="0" bIns="0" rtlCol="0">
            <a:spAutoFit/>
          </a:bodyPr>
          <a:lstStyle/>
          <a:p>
            <a:pPr marL="174498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Examples</a:t>
            </a:r>
            <a:r>
              <a:rPr spc="-170" dirty="0"/>
              <a:t> </a:t>
            </a:r>
            <a:r>
              <a:rPr dirty="0"/>
              <a:t>Cloud</a:t>
            </a:r>
            <a:r>
              <a:rPr spc="-170" dirty="0"/>
              <a:t> </a:t>
            </a:r>
            <a:r>
              <a:rPr spc="-20" dirty="0"/>
              <a:t>SLAs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1219" y="1400294"/>
            <a:ext cx="9549358" cy="503319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/>
              <a:t>,</a:t>
            </a:r>
            <a:endParaRPr spc="-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2809875" algn="ctr" rtl="0">
              <a:lnSpc>
                <a:spcPct val="90000"/>
              </a:lnSpc>
              <a:spcBef>
                <a:spcPct val="0"/>
              </a:spcBef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</a:t>
            </a:r>
            <a:r>
              <a:rPr lang="en-US" sz="6600" kern="1200" spc="-19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spc="-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#1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040" y="3183410"/>
            <a:ext cx="11548872" cy="29844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,</a:t>
            </a:r>
            <a:endParaRPr lang="en-US" kern="1200" spc="-2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176905" algn="l" rtl="0">
              <a:lnSpc>
                <a:spcPct val="90000"/>
              </a:lnSpc>
              <a:spcBef>
                <a:spcPct val="0"/>
              </a:spcBef>
            </a:pPr>
            <a:r>
              <a:rPr lang="en-US" sz="4000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 rot="5400000">
            <a:off x="-1828800" y="2002536"/>
            <a:ext cx="4114800" cy="365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,</a:t>
            </a:r>
            <a:endParaRPr lang="en-US" sz="1100" kern="1200" spc="-2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7858" y="1966293"/>
            <a:ext cx="8896283" cy="445216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09875" algn="ctr" rtl="0">
              <a:lnSpc>
                <a:spcPct val="90000"/>
              </a:lnSpc>
              <a:spcBef>
                <a:spcPct val="0"/>
              </a:spcBef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</a:t>
            </a:r>
            <a:r>
              <a:rPr lang="en-US" sz="6600" kern="1200" spc="-19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spc="-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#2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040" y="2667741"/>
            <a:ext cx="11548872" cy="351781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,</a:t>
            </a:r>
            <a:endParaRPr lang="en-US" kern="1200" spc="-2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176905" algn="l" rtl="0">
              <a:lnSpc>
                <a:spcPct val="90000"/>
              </a:lnSpc>
              <a:spcBef>
                <a:spcPct val="0"/>
              </a:spcBef>
            </a:pPr>
            <a:r>
              <a:rPr lang="en-US" sz="4000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 rot="5400000">
            <a:off x="-1828800" y="2002536"/>
            <a:ext cx="4114800" cy="365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,</a:t>
            </a:r>
            <a:endParaRPr lang="en-US" sz="1100" kern="1200" spc="-2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0501" y="1966293"/>
            <a:ext cx="8650996" cy="445216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176905" algn="ctr" rtl="0">
              <a:lnSpc>
                <a:spcPct val="90000"/>
              </a:lnSpc>
              <a:spcBef>
                <a:spcPct val="0"/>
              </a:spcBef>
            </a:pPr>
            <a:r>
              <a:rPr lang="en-US" sz="66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Solution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0836" y="2633472"/>
            <a:ext cx="6107279" cy="358635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,</a:t>
            </a:r>
            <a:endParaRPr lang="en-US" kern="1200" spc="-2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</a:t>
            </a:r>
            <a:r>
              <a:rPr lang="en-US" sz="6600" kern="1200" spc="-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spc="-20">
                <a:solidFill>
                  <a:schemeClr val="tx1"/>
                </a:solidFill>
                <a:latin typeface="+mj-lt"/>
                <a:ea typeface="+mj-ea"/>
                <a:cs typeface="+mj-cs"/>
              </a:rPr>
              <a:t>you!</a:t>
            </a: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Any</a:t>
            </a:r>
            <a:r>
              <a:rPr lang="en-US" sz="6600" kern="1200" spc="-5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Questions???</a:t>
            </a: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,</a:t>
            </a:r>
            <a:endParaRPr lang="en-US" kern="1200" spc="-2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861</Words>
  <Application>Microsoft Office PowerPoint</Application>
  <PresentationFormat>Widescreen</PresentationFormat>
  <Paragraphs>168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Carlito</vt:lpstr>
      <vt:lpstr>Office Theme</vt:lpstr>
      <vt:lpstr>Distributed &amp; Cloud Computing</vt:lpstr>
      <vt:lpstr>Recap</vt:lpstr>
      <vt:lpstr>Service Level Agreement (SLA)</vt:lpstr>
      <vt:lpstr>Service Level Agreement</vt:lpstr>
      <vt:lpstr>What is Service Level Agreement?</vt:lpstr>
      <vt:lpstr>SLA Contents</vt:lpstr>
      <vt:lpstr>Types of SLA</vt:lpstr>
      <vt:lpstr>Service Level Objectives (SLOs)</vt:lpstr>
      <vt:lpstr>Service Level Management</vt:lpstr>
      <vt:lpstr>Consideration for SLA</vt:lpstr>
      <vt:lpstr>Consideration for SLA (Cont..)</vt:lpstr>
      <vt:lpstr>SLA Requirements</vt:lpstr>
      <vt:lpstr>SLA Requirements (Cont….)</vt:lpstr>
      <vt:lpstr>SLA Requirements (Cont….)</vt:lpstr>
      <vt:lpstr>Key Performance Indicators (KPIs)</vt:lpstr>
      <vt:lpstr>Industry-defined KPIs</vt:lpstr>
      <vt:lpstr>Metrics for Monitoring and Auditing</vt:lpstr>
      <vt:lpstr>Metrics for Monitoring and Auditing (Cont…)</vt:lpstr>
      <vt:lpstr>Examples Cloud SLAs</vt:lpstr>
      <vt:lpstr>Problem #1</vt:lpstr>
      <vt:lpstr>Solution</vt:lpstr>
      <vt:lpstr>Problem #2</vt:lpstr>
      <vt:lpstr>Solution</vt:lpstr>
      <vt:lpstr>Solution</vt:lpstr>
      <vt:lpstr>Thank you! Any Questions???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&amp; Cloud Computing</dc:title>
  <dc:creator>IFTIKHAR AHMED</dc:creator>
  <cp:lastModifiedBy>Muhammad Raees</cp:lastModifiedBy>
  <cp:revision>8</cp:revision>
  <dcterms:created xsi:type="dcterms:W3CDTF">2024-02-02T05:23:49Z</dcterms:created>
  <dcterms:modified xsi:type="dcterms:W3CDTF">2026-02-24T18:46:10Z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2024-02-02T00:00:00Z</vt:filetime>
  </property>
  <property fmtid="{D5CDD505-2E9C-101B-9397-08002B2CF9AE}" pid="4" name="Producer">
    <vt:lpwstr>3-Heights(TM) PDF Security Shell 4.8.25.2 (http://www.pdf-tools.com)</vt:lpwstr>
  </property>
</Properties>
</file>